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266" r:id="rId1"/>
  </p:sldMasterIdLst>
  <p:notesMasterIdLst>
    <p:notesMasterId r:id="rId20"/>
  </p:notesMasterIdLst>
  <p:sldIdLst>
    <p:sldId id="256" r:id="rId2"/>
    <p:sldId id="285" r:id="rId3"/>
    <p:sldId id="280" r:id="rId4"/>
    <p:sldId id="281" r:id="rId5"/>
    <p:sldId id="283" r:id="rId6"/>
    <p:sldId id="279" r:id="rId7"/>
    <p:sldId id="267" r:id="rId8"/>
    <p:sldId id="284" r:id="rId9"/>
    <p:sldId id="272" r:id="rId10"/>
    <p:sldId id="270" r:id="rId11"/>
    <p:sldId id="286" r:id="rId12"/>
    <p:sldId id="269" r:id="rId13"/>
    <p:sldId id="274" r:id="rId14"/>
    <p:sldId id="264" r:id="rId15"/>
    <p:sldId id="257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716D7A-E360-4C0F-82F7-573CBDABFEC6}">
          <p14:sldIdLst>
            <p14:sldId id="256"/>
            <p14:sldId id="285"/>
            <p14:sldId id="280"/>
            <p14:sldId id="281"/>
            <p14:sldId id="283"/>
            <p14:sldId id="279"/>
            <p14:sldId id="267"/>
            <p14:sldId id="284"/>
            <p14:sldId id="272"/>
            <p14:sldId id="270"/>
            <p14:sldId id="286"/>
            <p14:sldId id="269"/>
            <p14:sldId id="274"/>
            <p14:sldId id="264"/>
            <p14:sldId id="257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91" d="100"/>
          <a:sy n="91" d="100"/>
        </p:scale>
        <p:origin x="2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17106A-2720-4B87-B20D-4733CDD2488E}" type="doc">
      <dgm:prSet loTypeId="urn:microsoft.com/office/officeart/2005/8/layout/vList2" loCatId="list" qsTypeId="urn:microsoft.com/office/officeart/2005/8/quickstyle/simple3" qsCatId="simple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C4D6AD9B-72E5-4BAD-A9E4-39848DC82916}">
      <dgm:prSet phldrT="[Text]"/>
      <dgm:spPr/>
      <dgm:t>
        <a:bodyPr/>
        <a:lstStyle/>
        <a:p>
          <a:r>
            <a:rPr lang="en-US" dirty="0"/>
            <a:t>No Visual Insight :- No clear comparison Between brand and features. </a:t>
          </a:r>
          <a:endParaRPr lang="en-IN" dirty="0"/>
        </a:p>
      </dgm:t>
    </dgm:pt>
    <dgm:pt modelId="{6AD1B252-9648-4553-AC91-F8D45CBF933F}" type="parTrans" cxnId="{98EF8552-50A4-469E-9E0F-684A076272A4}">
      <dgm:prSet/>
      <dgm:spPr/>
      <dgm:t>
        <a:bodyPr/>
        <a:lstStyle/>
        <a:p>
          <a:endParaRPr lang="en-IN"/>
        </a:p>
      </dgm:t>
    </dgm:pt>
    <dgm:pt modelId="{0EA53695-4DF1-4A65-B3E8-B10C76617870}" type="sibTrans" cxnId="{98EF8552-50A4-469E-9E0F-684A076272A4}">
      <dgm:prSet/>
      <dgm:spPr/>
      <dgm:t>
        <a:bodyPr/>
        <a:lstStyle/>
        <a:p>
          <a:endParaRPr lang="en-IN"/>
        </a:p>
      </dgm:t>
    </dgm:pt>
    <dgm:pt modelId="{5E527C52-E378-40A6-98D2-E90308E88FC0}">
      <dgm:prSet phldrT="[Text]"/>
      <dgm:spPr/>
      <dgm:t>
        <a:bodyPr/>
        <a:lstStyle/>
        <a:p>
          <a:r>
            <a:rPr lang="en-US" dirty="0"/>
            <a:t>Manual &amp; Time-Consuming:- Difficult to find Best value Phone without Analysis.</a:t>
          </a:r>
          <a:endParaRPr lang="en-IN" dirty="0"/>
        </a:p>
      </dgm:t>
    </dgm:pt>
    <dgm:pt modelId="{01CE2748-F4A4-4817-8984-AEC905499DFD}" type="parTrans" cxnId="{82A02D06-E30B-4B7D-8407-5CF060D0C1AF}">
      <dgm:prSet/>
      <dgm:spPr/>
      <dgm:t>
        <a:bodyPr/>
        <a:lstStyle/>
        <a:p>
          <a:endParaRPr lang="en-IN"/>
        </a:p>
      </dgm:t>
    </dgm:pt>
    <dgm:pt modelId="{3FA455A6-5F79-4E58-A2D2-81B3D799DF64}" type="sibTrans" cxnId="{82A02D06-E30B-4B7D-8407-5CF060D0C1AF}">
      <dgm:prSet/>
      <dgm:spPr/>
      <dgm:t>
        <a:bodyPr/>
        <a:lstStyle/>
        <a:p>
          <a:endParaRPr lang="en-IN"/>
        </a:p>
      </dgm:t>
    </dgm:pt>
    <dgm:pt modelId="{64110E2E-258E-4E21-9F72-120B8F62C5A9}">
      <dgm:prSet custT="1"/>
      <dgm:spPr/>
      <dgm:t>
        <a:bodyPr/>
        <a:lstStyle/>
        <a:p>
          <a:pPr>
            <a:buNone/>
          </a:pPr>
          <a:r>
            <a:rPr lang="en-IN" sz="2400" b="0" dirty="0"/>
            <a:t>Unstructured Data :-  Hard to understand without cleaning. </a:t>
          </a:r>
        </a:p>
      </dgm:t>
    </dgm:pt>
    <dgm:pt modelId="{A9E467D3-6D1D-41BD-9E6E-C0FE611EB5E9}" type="sibTrans" cxnId="{D8010F3C-A2BE-4D23-93DB-885E5AB1A0D4}">
      <dgm:prSet/>
      <dgm:spPr/>
      <dgm:t>
        <a:bodyPr/>
        <a:lstStyle/>
        <a:p>
          <a:endParaRPr lang="en-IN"/>
        </a:p>
      </dgm:t>
    </dgm:pt>
    <dgm:pt modelId="{80876695-0ADA-48F7-9DCE-D7EEC98F01E5}" type="parTrans" cxnId="{D8010F3C-A2BE-4D23-93DB-885E5AB1A0D4}">
      <dgm:prSet/>
      <dgm:spPr/>
      <dgm:t>
        <a:bodyPr/>
        <a:lstStyle/>
        <a:p>
          <a:endParaRPr lang="en-IN"/>
        </a:p>
      </dgm:t>
    </dgm:pt>
    <dgm:pt modelId="{377AC861-3D22-4978-812B-37C4DEBD9F71}">
      <dgm:prSet/>
      <dgm:spPr/>
      <dgm:t>
        <a:bodyPr/>
        <a:lstStyle/>
        <a:p>
          <a:pPr>
            <a:buNone/>
          </a:pPr>
          <a:r>
            <a:rPr lang="en-US" b="0" dirty="0"/>
            <a:t>No clear Price Analysis:- Smartphone price could not be compared by features or brands.</a:t>
          </a:r>
          <a:endParaRPr lang="en-IN" b="0" dirty="0"/>
        </a:p>
      </dgm:t>
    </dgm:pt>
    <dgm:pt modelId="{D19E8BDD-BEF7-42BE-92EB-C4BAB0C98614}" type="parTrans" cxnId="{CBD2B358-92EE-4328-95BF-27CC50A35C3F}">
      <dgm:prSet/>
      <dgm:spPr/>
      <dgm:t>
        <a:bodyPr/>
        <a:lstStyle/>
        <a:p>
          <a:endParaRPr lang="en-IN"/>
        </a:p>
      </dgm:t>
    </dgm:pt>
    <dgm:pt modelId="{C56E9572-2DED-4B47-A62E-B20E1F212DFD}" type="sibTrans" cxnId="{CBD2B358-92EE-4328-95BF-27CC50A35C3F}">
      <dgm:prSet/>
      <dgm:spPr/>
      <dgm:t>
        <a:bodyPr/>
        <a:lstStyle/>
        <a:p>
          <a:endParaRPr lang="en-IN"/>
        </a:p>
      </dgm:t>
    </dgm:pt>
    <dgm:pt modelId="{6F271C58-1AF9-4234-80E6-39FAF36B7402}" type="pres">
      <dgm:prSet presAssocID="{0317106A-2720-4B87-B20D-4733CDD2488E}" presName="linear" presStyleCnt="0">
        <dgm:presLayoutVars>
          <dgm:animLvl val="lvl"/>
          <dgm:resizeHandles val="exact"/>
        </dgm:presLayoutVars>
      </dgm:prSet>
      <dgm:spPr/>
    </dgm:pt>
    <dgm:pt modelId="{13EC2F8B-D855-4EBF-A3AB-ACA5B474B3DA}" type="pres">
      <dgm:prSet presAssocID="{64110E2E-258E-4E21-9F72-120B8F62C5A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8714B34-1D6B-49C7-AC4C-24FDE4F6F0BF}" type="pres">
      <dgm:prSet presAssocID="{A9E467D3-6D1D-41BD-9E6E-C0FE611EB5E9}" presName="spacer" presStyleCnt="0"/>
      <dgm:spPr/>
    </dgm:pt>
    <dgm:pt modelId="{01E70360-936D-4C5B-920C-FE84B0C131C9}" type="pres">
      <dgm:prSet presAssocID="{C4D6AD9B-72E5-4BAD-A9E4-39848DC829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CFE5B6C-6367-4D79-A8ED-EAF1AAA8D9B6}" type="pres">
      <dgm:prSet presAssocID="{0EA53695-4DF1-4A65-B3E8-B10C76617870}" presName="spacer" presStyleCnt="0"/>
      <dgm:spPr/>
    </dgm:pt>
    <dgm:pt modelId="{07A03E87-AC0C-4820-91D1-53AA73453E10}" type="pres">
      <dgm:prSet presAssocID="{5E527C52-E378-40A6-98D2-E90308E88FC0}" presName="parentText" presStyleLbl="node1" presStyleIdx="2" presStyleCnt="4" custLinFactNeighborY="12137">
        <dgm:presLayoutVars>
          <dgm:chMax val="0"/>
          <dgm:bulletEnabled val="1"/>
        </dgm:presLayoutVars>
      </dgm:prSet>
      <dgm:spPr/>
    </dgm:pt>
    <dgm:pt modelId="{43AB4BE2-19D4-46E5-A9D4-CD735DE0A2B4}" type="pres">
      <dgm:prSet presAssocID="{3FA455A6-5F79-4E58-A2D2-81B3D799DF64}" presName="spacer" presStyleCnt="0"/>
      <dgm:spPr/>
    </dgm:pt>
    <dgm:pt modelId="{47EBB70F-8ABB-464F-A115-22B484748A63}" type="pres">
      <dgm:prSet presAssocID="{377AC861-3D22-4978-812B-37C4DEBD9F7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A02D06-E30B-4B7D-8407-5CF060D0C1AF}" srcId="{0317106A-2720-4B87-B20D-4733CDD2488E}" destId="{5E527C52-E378-40A6-98D2-E90308E88FC0}" srcOrd="2" destOrd="0" parTransId="{01CE2748-F4A4-4817-8984-AEC905499DFD}" sibTransId="{3FA455A6-5F79-4E58-A2D2-81B3D799DF64}"/>
    <dgm:cxn modelId="{269C5A1E-DC8D-42B2-9658-08E034302667}" type="presOf" srcId="{64110E2E-258E-4E21-9F72-120B8F62C5A9}" destId="{13EC2F8B-D855-4EBF-A3AB-ACA5B474B3DA}" srcOrd="0" destOrd="0" presId="urn:microsoft.com/office/officeart/2005/8/layout/vList2"/>
    <dgm:cxn modelId="{C7DDB52E-B017-48E1-B2BD-0CAB315BB58E}" type="presOf" srcId="{C4D6AD9B-72E5-4BAD-A9E4-39848DC82916}" destId="{01E70360-936D-4C5B-920C-FE84B0C131C9}" srcOrd="0" destOrd="0" presId="urn:microsoft.com/office/officeart/2005/8/layout/vList2"/>
    <dgm:cxn modelId="{1FF81532-F411-4232-AAC1-B782E2A93C26}" type="presOf" srcId="{5E527C52-E378-40A6-98D2-E90308E88FC0}" destId="{07A03E87-AC0C-4820-91D1-53AA73453E10}" srcOrd="0" destOrd="0" presId="urn:microsoft.com/office/officeart/2005/8/layout/vList2"/>
    <dgm:cxn modelId="{D8010F3C-A2BE-4D23-93DB-885E5AB1A0D4}" srcId="{0317106A-2720-4B87-B20D-4733CDD2488E}" destId="{64110E2E-258E-4E21-9F72-120B8F62C5A9}" srcOrd="0" destOrd="0" parTransId="{80876695-0ADA-48F7-9DCE-D7EEC98F01E5}" sibTransId="{A9E467D3-6D1D-41BD-9E6E-C0FE611EB5E9}"/>
    <dgm:cxn modelId="{98EF8552-50A4-469E-9E0F-684A076272A4}" srcId="{0317106A-2720-4B87-B20D-4733CDD2488E}" destId="{C4D6AD9B-72E5-4BAD-A9E4-39848DC82916}" srcOrd="1" destOrd="0" parTransId="{6AD1B252-9648-4553-AC91-F8D45CBF933F}" sibTransId="{0EA53695-4DF1-4A65-B3E8-B10C76617870}"/>
    <dgm:cxn modelId="{CBD2B358-92EE-4328-95BF-27CC50A35C3F}" srcId="{0317106A-2720-4B87-B20D-4733CDD2488E}" destId="{377AC861-3D22-4978-812B-37C4DEBD9F71}" srcOrd="3" destOrd="0" parTransId="{D19E8BDD-BEF7-42BE-92EB-C4BAB0C98614}" sibTransId="{C56E9572-2DED-4B47-A62E-B20E1F212DFD}"/>
    <dgm:cxn modelId="{AF11B48E-7EFC-40E7-8076-8D47AD406FD7}" type="presOf" srcId="{377AC861-3D22-4978-812B-37C4DEBD9F71}" destId="{47EBB70F-8ABB-464F-A115-22B484748A63}" srcOrd="0" destOrd="0" presId="urn:microsoft.com/office/officeart/2005/8/layout/vList2"/>
    <dgm:cxn modelId="{69C0C4DD-D9D8-4D33-B7B6-801A3CD9410C}" type="presOf" srcId="{0317106A-2720-4B87-B20D-4733CDD2488E}" destId="{6F271C58-1AF9-4234-80E6-39FAF36B7402}" srcOrd="0" destOrd="0" presId="urn:microsoft.com/office/officeart/2005/8/layout/vList2"/>
    <dgm:cxn modelId="{2377BD12-7CD2-4EB6-9831-3BFB827F772C}" type="presParOf" srcId="{6F271C58-1AF9-4234-80E6-39FAF36B7402}" destId="{13EC2F8B-D855-4EBF-A3AB-ACA5B474B3DA}" srcOrd="0" destOrd="0" presId="urn:microsoft.com/office/officeart/2005/8/layout/vList2"/>
    <dgm:cxn modelId="{750DD4BA-609B-4F3D-9803-EE8806C04BD0}" type="presParOf" srcId="{6F271C58-1AF9-4234-80E6-39FAF36B7402}" destId="{C8714B34-1D6B-49C7-AC4C-24FDE4F6F0BF}" srcOrd="1" destOrd="0" presId="urn:microsoft.com/office/officeart/2005/8/layout/vList2"/>
    <dgm:cxn modelId="{2C58BB5F-0459-4F78-8BC4-C68174B209FD}" type="presParOf" srcId="{6F271C58-1AF9-4234-80E6-39FAF36B7402}" destId="{01E70360-936D-4C5B-920C-FE84B0C131C9}" srcOrd="2" destOrd="0" presId="urn:microsoft.com/office/officeart/2005/8/layout/vList2"/>
    <dgm:cxn modelId="{91C03162-8F65-4A2C-993E-7543320B1316}" type="presParOf" srcId="{6F271C58-1AF9-4234-80E6-39FAF36B7402}" destId="{ECFE5B6C-6367-4D79-A8ED-EAF1AAA8D9B6}" srcOrd="3" destOrd="0" presId="urn:microsoft.com/office/officeart/2005/8/layout/vList2"/>
    <dgm:cxn modelId="{A42B8DCD-0DD4-4054-AF5B-8F5D7F222E8B}" type="presParOf" srcId="{6F271C58-1AF9-4234-80E6-39FAF36B7402}" destId="{07A03E87-AC0C-4820-91D1-53AA73453E10}" srcOrd="4" destOrd="0" presId="urn:microsoft.com/office/officeart/2005/8/layout/vList2"/>
    <dgm:cxn modelId="{58FD570E-714A-42C3-9723-A470740CA6E6}" type="presParOf" srcId="{6F271C58-1AF9-4234-80E6-39FAF36B7402}" destId="{43AB4BE2-19D4-46E5-A9D4-CD735DE0A2B4}" srcOrd="5" destOrd="0" presId="urn:microsoft.com/office/officeart/2005/8/layout/vList2"/>
    <dgm:cxn modelId="{113654D3-051A-4727-986D-55F0F1228D1B}" type="presParOf" srcId="{6F271C58-1AF9-4234-80E6-39FAF36B7402}" destId="{47EBB70F-8ABB-464F-A115-22B484748A6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A40A3C-7B52-4350-97F8-AD33AC6757E5}" type="doc">
      <dgm:prSet loTypeId="urn:microsoft.com/office/officeart/2005/8/layout/matrix3" loCatId="matrix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2CE8BF7-35F7-41B5-9BD3-EE53CBD9B35C}">
      <dgm:prSet/>
      <dgm:spPr/>
      <dgm:t>
        <a:bodyPr/>
        <a:lstStyle/>
        <a:p>
          <a:r>
            <a:rPr lang="en-US" b="0" i="0" baseline="0" dirty="0"/>
            <a:t>Analyze smartphone data using Python and data science libraries.</a:t>
          </a:r>
          <a:endParaRPr lang="en-IN" dirty="0"/>
        </a:p>
      </dgm:t>
    </dgm:pt>
    <dgm:pt modelId="{051D6600-6F76-4222-86E0-70F76C6BDF1E}" type="parTrans" cxnId="{1F54A33A-5FAF-42B9-8789-1AA32F7D2A83}">
      <dgm:prSet/>
      <dgm:spPr/>
      <dgm:t>
        <a:bodyPr/>
        <a:lstStyle/>
        <a:p>
          <a:endParaRPr lang="en-IN"/>
        </a:p>
      </dgm:t>
    </dgm:pt>
    <dgm:pt modelId="{E593337C-DE53-4949-9669-8086A78041F4}" type="sibTrans" cxnId="{1F54A33A-5FAF-42B9-8789-1AA32F7D2A83}">
      <dgm:prSet/>
      <dgm:spPr/>
      <dgm:t>
        <a:bodyPr/>
        <a:lstStyle/>
        <a:p>
          <a:endParaRPr lang="en-IN"/>
        </a:p>
      </dgm:t>
    </dgm:pt>
    <dgm:pt modelId="{A09BBED3-17E9-485D-8A0A-14C15E89550E}">
      <dgm:prSet/>
      <dgm:spPr/>
      <dgm:t>
        <a:bodyPr/>
        <a:lstStyle/>
        <a:p>
          <a:r>
            <a:rPr lang="en-US" b="0" i="0" baseline="0"/>
            <a:t>Identify which features (RAM, Camera, Battery, etc.) impact price.</a:t>
          </a:r>
          <a:endParaRPr lang="en-IN"/>
        </a:p>
      </dgm:t>
    </dgm:pt>
    <dgm:pt modelId="{05F54294-BDD3-446D-860C-7E0C24E07D33}" type="parTrans" cxnId="{EFC5FEB0-1C6E-496C-A8CF-40EC2FEE8931}">
      <dgm:prSet/>
      <dgm:spPr/>
      <dgm:t>
        <a:bodyPr/>
        <a:lstStyle/>
        <a:p>
          <a:endParaRPr lang="en-IN"/>
        </a:p>
      </dgm:t>
    </dgm:pt>
    <dgm:pt modelId="{49CE4DCA-B29B-454A-9B47-1DDF765AF879}" type="sibTrans" cxnId="{EFC5FEB0-1C6E-496C-A8CF-40EC2FEE8931}">
      <dgm:prSet/>
      <dgm:spPr/>
      <dgm:t>
        <a:bodyPr/>
        <a:lstStyle/>
        <a:p>
          <a:endParaRPr lang="en-IN"/>
        </a:p>
      </dgm:t>
    </dgm:pt>
    <dgm:pt modelId="{7FBC6625-393A-462F-9C38-D9B08B12368B}">
      <dgm:prSet/>
      <dgm:spPr/>
      <dgm:t>
        <a:bodyPr/>
        <a:lstStyle/>
        <a:p>
          <a:r>
            <a:rPr lang="en-US" b="0" i="0" baseline="0"/>
            <a:t>Visualize relationships between specs and pricing using charts.</a:t>
          </a:r>
          <a:endParaRPr lang="en-IN"/>
        </a:p>
      </dgm:t>
    </dgm:pt>
    <dgm:pt modelId="{6ED23D7F-740C-4133-B709-CCDE7FCCE1C2}" type="parTrans" cxnId="{A206011A-750E-4F58-AE77-F0C6DB3B1F64}">
      <dgm:prSet/>
      <dgm:spPr/>
      <dgm:t>
        <a:bodyPr/>
        <a:lstStyle/>
        <a:p>
          <a:endParaRPr lang="en-IN"/>
        </a:p>
      </dgm:t>
    </dgm:pt>
    <dgm:pt modelId="{C5377FDE-79C3-4C04-9AD0-CE55EC93D50E}" type="sibTrans" cxnId="{A206011A-750E-4F58-AE77-F0C6DB3B1F64}">
      <dgm:prSet/>
      <dgm:spPr/>
      <dgm:t>
        <a:bodyPr/>
        <a:lstStyle/>
        <a:p>
          <a:endParaRPr lang="en-IN"/>
        </a:p>
      </dgm:t>
    </dgm:pt>
    <dgm:pt modelId="{2749E780-94C8-4D6B-848F-1413D99C24C7}">
      <dgm:prSet/>
      <dgm:spPr/>
      <dgm:t>
        <a:bodyPr/>
        <a:lstStyle/>
        <a:p>
          <a:r>
            <a:rPr lang="en-US" b="0" i="0" baseline="0"/>
            <a:t>Compare pricing trends across different mobile brands.</a:t>
          </a:r>
          <a:endParaRPr lang="en-IN"/>
        </a:p>
      </dgm:t>
    </dgm:pt>
    <dgm:pt modelId="{D7E4098E-27AA-4334-8DB7-69C7CD08DED3}" type="parTrans" cxnId="{8950A020-367C-40BF-8DA0-B1585F2FF5F9}">
      <dgm:prSet/>
      <dgm:spPr/>
      <dgm:t>
        <a:bodyPr/>
        <a:lstStyle/>
        <a:p>
          <a:endParaRPr lang="en-IN"/>
        </a:p>
      </dgm:t>
    </dgm:pt>
    <dgm:pt modelId="{3707B11F-CD5D-4B87-BA50-E5B026535B2B}" type="sibTrans" cxnId="{8950A020-367C-40BF-8DA0-B1585F2FF5F9}">
      <dgm:prSet/>
      <dgm:spPr/>
      <dgm:t>
        <a:bodyPr/>
        <a:lstStyle/>
        <a:p>
          <a:endParaRPr lang="en-IN"/>
        </a:p>
      </dgm:t>
    </dgm:pt>
    <dgm:pt modelId="{BA05F5EA-F1A1-4835-85E4-695D413BAD51}">
      <dgm:prSet/>
      <dgm:spPr/>
      <dgm:t>
        <a:bodyPr/>
        <a:lstStyle/>
        <a:p>
          <a:endParaRPr lang="en-IN"/>
        </a:p>
      </dgm:t>
    </dgm:pt>
    <dgm:pt modelId="{F34BB53E-98EC-4DBE-902C-77D65780CBDF}" type="parTrans" cxnId="{0D86E4FC-1855-442B-9F8D-57229D413DDC}">
      <dgm:prSet/>
      <dgm:spPr/>
      <dgm:t>
        <a:bodyPr/>
        <a:lstStyle/>
        <a:p>
          <a:endParaRPr lang="en-IN"/>
        </a:p>
      </dgm:t>
    </dgm:pt>
    <dgm:pt modelId="{549C9C2C-F338-44FD-9C28-79A37B848650}" type="sibTrans" cxnId="{0D86E4FC-1855-442B-9F8D-57229D413DDC}">
      <dgm:prSet/>
      <dgm:spPr/>
      <dgm:t>
        <a:bodyPr/>
        <a:lstStyle/>
        <a:p>
          <a:endParaRPr lang="en-IN"/>
        </a:p>
      </dgm:t>
    </dgm:pt>
    <dgm:pt modelId="{300D5847-5397-4921-AB30-1CA93843C6C0}">
      <dgm:prSet/>
      <dgm:spPr/>
      <dgm:t>
        <a:bodyPr/>
        <a:lstStyle/>
        <a:p>
          <a:endParaRPr lang="en-IN"/>
        </a:p>
      </dgm:t>
    </dgm:pt>
    <dgm:pt modelId="{6567EC4C-EC10-414B-A3EA-09FE960523E7}" type="parTrans" cxnId="{DB39B8F5-2226-4E85-B0B5-01ED4D74C3B9}">
      <dgm:prSet/>
      <dgm:spPr/>
      <dgm:t>
        <a:bodyPr/>
        <a:lstStyle/>
        <a:p>
          <a:endParaRPr lang="en-IN"/>
        </a:p>
      </dgm:t>
    </dgm:pt>
    <dgm:pt modelId="{F2ABB6FC-F16C-4EA3-A9E2-9DB34E93110F}" type="sibTrans" cxnId="{DB39B8F5-2226-4E85-B0B5-01ED4D74C3B9}">
      <dgm:prSet/>
      <dgm:spPr/>
      <dgm:t>
        <a:bodyPr/>
        <a:lstStyle/>
        <a:p>
          <a:endParaRPr lang="en-IN"/>
        </a:p>
      </dgm:t>
    </dgm:pt>
    <dgm:pt modelId="{627D08DA-A403-4B90-8F14-989A0ADDB7F9}" type="pres">
      <dgm:prSet presAssocID="{E0A40A3C-7B52-4350-97F8-AD33AC6757E5}" presName="matrix" presStyleCnt="0">
        <dgm:presLayoutVars>
          <dgm:chMax val="1"/>
          <dgm:dir/>
          <dgm:resizeHandles val="exact"/>
        </dgm:presLayoutVars>
      </dgm:prSet>
      <dgm:spPr/>
    </dgm:pt>
    <dgm:pt modelId="{7FB5C997-0069-40B0-B385-84D05364B3BB}" type="pres">
      <dgm:prSet presAssocID="{E0A40A3C-7B52-4350-97F8-AD33AC6757E5}" presName="diamond" presStyleLbl="bgShp" presStyleIdx="0" presStyleCnt="1" custScaleX="142173"/>
      <dgm:spPr/>
    </dgm:pt>
    <dgm:pt modelId="{9A636779-37D7-49AE-9851-64F70B0FADD5}" type="pres">
      <dgm:prSet presAssocID="{E0A40A3C-7B52-4350-97F8-AD33AC6757E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7822AA4-941A-44DC-A137-892CF4FA05F3}" type="pres">
      <dgm:prSet presAssocID="{E0A40A3C-7B52-4350-97F8-AD33AC6757E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37D2130-8E7E-4A0F-BD08-58F3C1FC478D}" type="pres">
      <dgm:prSet presAssocID="{E0A40A3C-7B52-4350-97F8-AD33AC6757E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1C241A5-0D94-4D1F-906D-7F5DC30C5C76}" type="pres">
      <dgm:prSet presAssocID="{E0A40A3C-7B52-4350-97F8-AD33AC6757E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206011A-750E-4F58-AE77-F0C6DB3B1F64}" srcId="{E0A40A3C-7B52-4350-97F8-AD33AC6757E5}" destId="{7FBC6625-393A-462F-9C38-D9B08B12368B}" srcOrd="2" destOrd="0" parTransId="{6ED23D7F-740C-4133-B709-CCDE7FCCE1C2}" sibTransId="{C5377FDE-79C3-4C04-9AD0-CE55EC93D50E}"/>
    <dgm:cxn modelId="{8950A020-367C-40BF-8DA0-B1585F2FF5F9}" srcId="{E0A40A3C-7B52-4350-97F8-AD33AC6757E5}" destId="{2749E780-94C8-4D6B-848F-1413D99C24C7}" srcOrd="3" destOrd="0" parTransId="{D7E4098E-27AA-4334-8DB7-69C7CD08DED3}" sibTransId="{3707B11F-CD5D-4B87-BA50-E5B026535B2B}"/>
    <dgm:cxn modelId="{1F54A33A-5FAF-42B9-8789-1AA32F7D2A83}" srcId="{E0A40A3C-7B52-4350-97F8-AD33AC6757E5}" destId="{42CE8BF7-35F7-41B5-9BD3-EE53CBD9B35C}" srcOrd="0" destOrd="0" parTransId="{051D6600-6F76-4222-86E0-70F76C6BDF1E}" sibTransId="{E593337C-DE53-4949-9669-8086A78041F4}"/>
    <dgm:cxn modelId="{E2293743-C9FD-4726-908F-DBF9FD44ACB8}" type="presOf" srcId="{7FBC6625-393A-462F-9C38-D9B08B12368B}" destId="{737D2130-8E7E-4A0F-BD08-58F3C1FC478D}" srcOrd="0" destOrd="0" presId="urn:microsoft.com/office/officeart/2005/8/layout/matrix3"/>
    <dgm:cxn modelId="{E1E0339D-2D4B-4807-838E-27CFE968F7F0}" type="presOf" srcId="{E0A40A3C-7B52-4350-97F8-AD33AC6757E5}" destId="{627D08DA-A403-4B90-8F14-989A0ADDB7F9}" srcOrd="0" destOrd="0" presId="urn:microsoft.com/office/officeart/2005/8/layout/matrix3"/>
    <dgm:cxn modelId="{333839A6-F59C-4504-861D-DDA7C13F1867}" type="presOf" srcId="{42CE8BF7-35F7-41B5-9BD3-EE53CBD9B35C}" destId="{9A636779-37D7-49AE-9851-64F70B0FADD5}" srcOrd="0" destOrd="0" presId="urn:microsoft.com/office/officeart/2005/8/layout/matrix3"/>
    <dgm:cxn modelId="{EFC5FEB0-1C6E-496C-A8CF-40EC2FEE8931}" srcId="{E0A40A3C-7B52-4350-97F8-AD33AC6757E5}" destId="{A09BBED3-17E9-485D-8A0A-14C15E89550E}" srcOrd="1" destOrd="0" parTransId="{05F54294-BDD3-446D-860C-7E0C24E07D33}" sibTransId="{49CE4DCA-B29B-454A-9B47-1DDF765AF879}"/>
    <dgm:cxn modelId="{F5FBA8C2-7409-4A2E-800C-AB957D8F7CF2}" type="presOf" srcId="{2749E780-94C8-4D6B-848F-1413D99C24C7}" destId="{81C241A5-0D94-4D1F-906D-7F5DC30C5C76}" srcOrd="0" destOrd="0" presId="urn:microsoft.com/office/officeart/2005/8/layout/matrix3"/>
    <dgm:cxn modelId="{7AD694EC-CEA7-4A41-98A6-D285286CB185}" type="presOf" srcId="{A09BBED3-17E9-485D-8A0A-14C15E89550E}" destId="{C7822AA4-941A-44DC-A137-892CF4FA05F3}" srcOrd="0" destOrd="0" presId="urn:microsoft.com/office/officeart/2005/8/layout/matrix3"/>
    <dgm:cxn modelId="{DB39B8F5-2226-4E85-B0B5-01ED4D74C3B9}" srcId="{E0A40A3C-7B52-4350-97F8-AD33AC6757E5}" destId="{300D5847-5397-4921-AB30-1CA93843C6C0}" srcOrd="5" destOrd="0" parTransId="{6567EC4C-EC10-414B-A3EA-09FE960523E7}" sibTransId="{F2ABB6FC-F16C-4EA3-A9E2-9DB34E93110F}"/>
    <dgm:cxn modelId="{0D86E4FC-1855-442B-9F8D-57229D413DDC}" srcId="{E0A40A3C-7B52-4350-97F8-AD33AC6757E5}" destId="{BA05F5EA-F1A1-4835-85E4-695D413BAD51}" srcOrd="4" destOrd="0" parTransId="{F34BB53E-98EC-4DBE-902C-77D65780CBDF}" sibTransId="{549C9C2C-F338-44FD-9C28-79A37B848650}"/>
    <dgm:cxn modelId="{EDF08294-62F4-4B4C-961C-E779418874BA}" type="presParOf" srcId="{627D08DA-A403-4B90-8F14-989A0ADDB7F9}" destId="{7FB5C997-0069-40B0-B385-84D05364B3BB}" srcOrd="0" destOrd="0" presId="urn:microsoft.com/office/officeart/2005/8/layout/matrix3"/>
    <dgm:cxn modelId="{5E5F57C5-D3D2-4C52-81A7-4A5F720A2CAA}" type="presParOf" srcId="{627D08DA-A403-4B90-8F14-989A0ADDB7F9}" destId="{9A636779-37D7-49AE-9851-64F70B0FADD5}" srcOrd="1" destOrd="0" presId="urn:microsoft.com/office/officeart/2005/8/layout/matrix3"/>
    <dgm:cxn modelId="{26CB34E9-5BD4-4C3B-B931-64C6402D2156}" type="presParOf" srcId="{627D08DA-A403-4B90-8F14-989A0ADDB7F9}" destId="{C7822AA4-941A-44DC-A137-892CF4FA05F3}" srcOrd="2" destOrd="0" presId="urn:microsoft.com/office/officeart/2005/8/layout/matrix3"/>
    <dgm:cxn modelId="{B1E1BD5C-6C62-4AB6-8664-9BBA4FA10EB1}" type="presParOf" srcId="{627D08DA-A403-4B90-8F14-989A0ADDB7F9}" destId="{737D2130-8E7E-4A0F-BD08-58F3C1FC478D}" srcOrd="3" destOrd="0" presId="urn:microsoft.com/office/officeart/2005/8/layout/matrix3"/>
    <dgm:cxn modelId="{3F92A37B-28A2-4964-BB7F-7BFA59BB0F1E}" type="presParOf" srcId="{627D08DA-A403-4B90-8F14-989A0ADDB7F9}" destId="{81C241A5-0D94-4D1F-906D-7F5DC30C5C7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5D7B53-A827-41C8-B13C-E0E6DD4D885B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87780BC5-1E06-4380-BF72-E8CAECD11F7A}">
      <dgm:prSet/>
      <dgm:spPr/>
      <dgm:t>
        <a:bodyPr/>
        <a:lstStyle/>
        <a:p>
          <a:r>
            <a:rPr lang="en-US" b="1" dirty="0"/>
            <a:t>Data Collection :- </a:t>
          </a:r>
          <a:r>
            <a:rPr lang="en-US" dirty="0"/>
            <a:t>Gather smartphone specs and pricing data from reliable sources (e.g., Kaggle).</a:t>
          </a:r>
          <a:endParaRPr lang="en-IN" dirty="0"/>
        </a:p>
      </dgm:t>
    </dgm:pt>
    <dgm:pt modelId="{6C6915BA-AEE2-454C-80EC-824D3A4A24EE}" type="parTrans" cxnId="{39518993-8C47-457A-BE76-66A1817C7B96}">
      <dgm:prSet/>
      <dgm:spPr/>
      <dgm:t>
        <a:bodyPr/>
        <a:lstStyle/>
        <a:p>
          <a:endParaRPr lang="en-IN"/>
        </a:p>
      </dgm:t>
    </dgm:pt>
    <dgm:pt modelId="{B53B2762-C7C9-4D69-8C47-0F6FFD8B266C}" type="sibTrans" cxnId="{39518993-8C47-457A-BE76-66A1817C7B96}">
      <dgm:prSet/>
      <dgm:spPr/>
      <dgm:t>
        <a:bodyPr/>
        <a:lstStyle/>
        <a:p>
          <a:endParaRPr lang="en-IN"/>
        </a:p>
      </dgm:t>
    </dgm:pt>
    <dgm:pt modelId="{0073D6CC-FF63-41CD-8C03-E92AEB3F4C95}">
      <dgm:prSet/>
      <dgm:spPr/>
      <dgm:t>
        <a:bodyPr/>
        <a:lstStyle/>
        <a:p>
          <a:r>
            <a:rPr lang="en-US" b="1" dirty="0"/>
            <a:t>Data Preprocessing :- </a:t>
          </a:r>
          <a:r>
            <a:rPr lang="en-US" dirty="0"/>
            <a:t>Clean, format, and structure the raw data for analysis.</a:t>
          </a:r>
          <a:endParaRPr lang="en-IN" dirty="0"/>
        </a:p>
      </dgm:t>
    </dgm:pt>
    <dgm:pt modelId="{C316A50E-30C1-4535-A975-7C6BF3AB2DDC}" type="parTrans" cxnId="{36CE1A53-28F3-43B8-9649-51C642068167}">
      <dgm:prSet/>
      <dgm:spPr/>
      <dgm:t>
        <a:bodyPr/>
        <a:lstStyle/>
        <a:p>
          <a:endParaRPr lang="en-IN"/>
        </a:p>
      </dgm:t>
    </dgm:pt>
    <dgm:pt modelId="{D51436AB-734E-434A-925A-680D0D0CF51D}" type="sibTrans" cxnId="{36CE1A53-28F3-43B8-9649-51C642068167}">
      <dgm:prSet/>
      <dgm:spPr/>
      <dgm:t>
        <a:bodyPr/>
        <a:lstStyle/>
        <a:p>
          <a:endParaRPr lang="en-IN"/>
        </a:p>
      </dgm:t>
    </dgm:pt>
    <dgm:pt modelId="{25BC513F-36A0-408D-B21F-C9637CEDFA5B}">
      <dgm:prSet/>
      <dgm:spPr/>
      <dgm:t>
        <a:bodyPr/>
        <a:lstStyle/>
        <a:p>
          <a:r>
            <a:rPr lang="en-US" b="1" dirty="0"/>
            <a:t>Exploratory Data Analysis (EDA) :- </a:t>
          </a:r>
          <a:r>
            <a:rPr lang="en-US" dirty="0"/>
            <a:t>Use graphs to find trends (e.g., Price vs. RAM, Storage, Brand).</a:t>
          </a:r>
          <a:endParaRPr lang="en-IN" dirty="0"/>
        </a:p>
      </dgm:t>
    </dgm:pt>
    <dgm:pt modelId="{BCB29A1C-54F8-426A-98EC-D8E119E7D8D0}" type="parTrans" cxnId="{30B435E0-7CE5-4C50-B0A1-314AA4E6869A}">
      <dgm:prSet/>
      <dgm:spPr/>
      <dgm:t>
        <a:bodyPr/>
        <a:lstStyle/>
        <a:p>
          <a:endParaRPr lang="en-IN"/>
        </a:p>
      </dgm:t>
    </dgm:pt>
    <dgm:pt modelId="{B1883A5B-D18E-4235-9AB9-2A9A4364BB9A}" type="sibTrans" cxnId="{30B435E0-7CE5-4C50-B0A1-314AA4E6869A}">
      <dgm:prSet/>
      <dgm:spPr/>
      <dgm:t>
        <a:bodyPr/>
        <a:lstStyle/>
        <a:p>
          <a:endParaRPr lang="en-IN"/>
        </a:p>
      </dgm:t>
    </dgm:pt>
    <dgm:pt modelId="{93CF6E33-44F5-45A5-ACF9-E73F7F28BF3D}">
      <dgm:prSet/>
      <dgm:spPr/>
      <dgm:t>
        <a:bodyPr/>
        <a:lstStyle/>
        <a:p>
          <a:r>
            <a:rPr lang="en-US" b="1" dirty="0"/>
            <a:t>Visualization :-</a:t>
          </a:r>
          <a:r>
            <a:rPr lang="en-US" dirty="0"/>
            <a:t> Create charts and plots using Python libraries (Matplotlib, Seaborn).</a:t>
          </a:r>
          <a:endParaRPr lang="en-IN" dirty="0"/>
        </a:p>
      </dgm:t>
    </dgm:pt>
    <dgm:pt modelId="{B4E01CD6-F4BA-47FF-9173-A2A7A002C094}" type="parTrans" cxnId="{65D99677-0F34-4952-BAAB-36989F4A514E}">
      <dgm:prSet/>
      <dgm:spPr/>
      <dgm:t>
        <a:bodyPr/>
        <a:lstStyle/>
        <a:p>
          <a:endParaRPr lang="en-IN"/>
        </a:p>
      </dgm:t>
    </dgm:pt>
    <dgm:pt modelId="{BA24A2B1-4275-48E3-BD27-15A8BCB03C27}" type="sibTrans" cxnId="{65D99677-0F34-4952-BAAB-36989F4A514E}">
      <dgm:prSet/>
      <dgm:spPr/>
      <dgm:t>
        <a:bodyPr/>
        <a:lstStyle/>
        <a:p>
          <a:endParaRPr lang="en-IN"/>
        </a:p>
      </dgm:t>
    </dgm:pt>
    <dgm:pt modelId="{1D7680CF-9987-4495-B64C-63BC80B4680B}">
      <dgm:prSet/>
      <dgm:spPr/>
      <dgm:t>
        <a:bodyPr/>
        <a:lstStyle/>
        <a:p>
          <a:r>
            <a:rPr lang="en-US" b="1" dirty="0"/>
            <a:t>Result Interpretation :- </a:t>
          </a:r>
          <a:r>
            <a:rPr lang="en-US" dirty="0"/>
            <a:t>Analyze findings to understand what features impact price the most.</a:t>
          </a:r>
          <a:endParaRPr lang="en-IN" dirty="0"/>
        </a:p>
      </dgm:t>
    </dgm:pt>
    <dgm:pt modelId="{D553DF2C-0C2D-43E7-A536-2074E2642EE0}" type="parTrans" cxnId="{671795D8-CC1D-47F2-99FE-33DFAD636690}">
      <dgm:prSet/>
      <dgm:spPr/>
      <dgm:t>
        <a:bodyPr/>
        <a:lstStyle/>
        <a:p>
          <a:endParaRPr lang="en-IN"/>
        </a:p>
      </dgm:t>
    </dgm:pt>
    <dgm:pt modelId="{AD3BC054-9A9F-474E-A4F3-BD1764EB9E83}" type="sibTrans" cxnId="{671795D8-CC1D-47F2-99FE-33DFAD636690}">
      <dgm:prSet/>
      <dgm:spPr/>
      <dgm:t>
        <a:bodyPr/>
        <a:lstStyle/>
        <a:p>
          <a:endParaRPr lang="en-IN"/>
        </a:p>
      </dgm:t>
    </dgm:pt>
    <dgm:pt modelId="{99EF2D09-33C9-4D42-98A6-380958A643F4}">
      <dgm:prSet/>
      <dgm:spPr/>
      <dgm:t>
        <a:bodyPr/>
        <a:lstStyle/>
        <a:p>
          <a:r>
            <a:rPr lang="en-US" b="1" dirty="0"/>
            <a:t>Conclusion &amp; Insights </a:t>
          </a:r>
          <a:r>
            <a:rPr lang="en-US" dirty="0"/>
            <a:t>Help users and businesses make informed decisions based on results.</a:t>
          </a:r>
          <a:endParaRPr lang="en-IN" dirty="0"/>
        </a:p>
      </dgm:t>
    </dgm:pt>
    <dgm:pt modelId="{6ADF2A35-2689-4067-ADD7-10DA2E2E77BB}" type="parTrans" cxnId="{B0BB66C7-9466-4032-B9FD-34F5E16920A9}">
      <dgm:prSet/>
      <dgm:spPr/>
      <dgm:t>
        <a:bodyPr/>
        <a:lstStyle/>
        <a:p>
          <a:endParaRPr lang="en-IN"/>
        </a:p>
      </dgm:t>
    </dgm:pt>
    <dgm:pt modelId="{C549D56D-460C-413F-B70E-B4B5D780A183}" type="sibTrans" cxnId="{B0BB66C7-9466-4032-B9FD-34F5E16920A9}">
      <dgm:prSet/>
      <dgm:spPr/>
      <dgm:t>
        <a:bodyPr/>
        <a:lstStyle/>
        <a:p>
          <a:endParaRPr lang="en-IN"/>
        </a:p>
      </dgm:t>
    </dgm:pt>
    <dgm:pt modelId="{6FD9011F-F6AB-420F-AD81-61FA11A1F2FE}" type="pres">
      <dgm:prSet presAssocID="{B15D7B53-A827-41C8-B13C-E0E6DD4D885B}" presName="diagram" presStyleCnt="0">
        <dgm:presLayoutVars>
          <dgm:dir/>
          <dgm:resizeHandles val="exact"/>
        </dgm:presLayoutVars>
      </dgm:prSet>
      <dgm:spPr/>
    </dgm:pt>
    <dgm:pt modelId="{630CA8CD-A0D6-4193-8330-33F944745490}" type="pres">
      <dgm:prSet presAssocID="{87780BC5-1E06-4380-BF72-E8CAECD11F7A}" presName="node" presStyleLbl="node1" presStyleIdx="0" presStyleCnt="6">
        <dgm:presLayoutVars>
          <dgm:bulletEnabled val="1"/>
        </dgm:presLayoutVars>
      </dgm:prSet>
      <dgm:spPr/>
    </dgm:pt>
    <dgm:pt modelId="{23689DAC-CB5C-4626-8A86-7BA18131E291}" type="pres">
      <dgm:prSet presAssocID="{B53B2762-C7C9-4D69-8C47-0F6FFD8B266C}" presName="sibTrans" presStyleCnt="0"/>
      <dgm:spPr/>
    </dgm:pt>
    <dgm:pt modelId="{946EBCA3-CC14-4DFC-9974-B0E0B5D9A135}" type="pres">
      <dgm:prSet presAssocID="{0073D6CC-FF63-41CD-8C03-E92AEB3F4C95}" presName="node" presStyleLbl="node1" presStyleIdx="1" presStyleCnt="6">
        <dgm:presLayoutVars>
          <dgm:bulletEnabled val="1"/>
        </dgm:presLayoutVars>
      </dgm:prSet>
      <dgm:spPr/>
    </dgm:pt>
    <dgm:pt modelId="{8F1E428F-AD93-4E95-B42E-1282BCADEF7A}" type="pres">
      <dgm:prSet presAssocID="{D51436AB-734E-434A-925A-680D0D0CF51D}" presName="sibTrans" presStyleCnt="0"/>
      <dgm:spPr/>
    </dgm:pt>
    <dgm:pt modelId="{0F680113-CC3A-408E-965D-1FABE04FFA57}" type="pres">
      <dgm:prSet presAssocID="{25BC513F-36A0-408D-B21F-C9637CEDFA5B}" presName="node" presStyleLbl="node1" presStyleIdx="2" presStyleCnt="6">
        <dgm:presLayoutVars>
          <dgm:bulletEnabled val="1"/>
        </dgm:presLayoutVars>
      </dgm:prSet>
      <dgm:spPr/>
    </dgm:pt>
    <dgm:pt modelId="{A05EBBDF-2026-4629-9420-54230AB39C97}" type="pres">
      <dgm:prSet presAssocID="{B1883A5B-D18E-4235-9AB9-2A9A4364BB9A}" presName="sibTrans" presStyleCnt="0"/>
      <dgm:spPr/>
    </dgm:pt>
    <dgm:pt modelId="{01A49120-D286-4C0F-A113-0560CB3353C8}" type="pres">
      <dgm:prSet presAssocID="{93CF6E33-44F5-45A5-ACF9-E73F7F28BF3D}" presName="node" presStyleLbl="node1" presStyleIdx="3" presStyleCnt="6">
        <dgm:presLayoutVars>
          <dgm:bulletEnabled val="1"/>
        </dgm:presLayoutVars>
      </dgm:prSet>
      <dgm:spPr/>
    </dgm:pt>
    <dgm:pt modelId="{3D7C58CB-3E7B-4B5E-8C56-3724D46CC402}" type="pres">
      <dgm:prSet presAssocID="{BA24A2B1-4275-48E3-BD27-15A8BCB03C27}" presName="sibTrans" presStyleCnt="0"/>
      <dgm:spPr/>
    </dgm:pt>
    <dgm:pt modelId="{58F0B0BC-B566-422A-819B-D46552EA3BD0}" type="pres">
      <dgm:prSet presAssocID="{1D7680CF-9987-4495-B64C-63BC80B4680B}" presName="node" presStyleLbl="node1" presStyleIdx="4" presStyleCnt="6">
        <dgm:presLayoutVars>
          <dgm:bulletEnabled val="1"/>
        </dgm:presLayoutVars>
      </dgm:prSet>
      <dgm:spPr/>
    </dgm:pt>
    <dgm:pt modelId="{FFB9D6BB-A360-4934-9F3E-AE61FFB46043}" type="pres">
      <dgm:prSet presAssocID="{AD3BC054-9A9F-474E-A4F3-BD1764EB9E83}" presName="sibTrans" presStyleCnt="0"/>
      <dgm:spPr/>
    </dgm:pt>
    <dgm:pt modelId="{E936E17F-8DD9-4C85-931F-9642DD623E90}" type="pres">
      <dgm:prSet presAssocID="{99EF2D09-33C9-4D42-98A6-380958A643F4}" presName="node" presStyleLbl="node1" presStyleIdx="5" presStyleCnt="6">
        <dgm:presLayoutVars>
          <dgm:bulletEnabled val="1"/>
        </dgm:presLayoutVars>
      </dgm:prSet>
      <dgm:spPr/>
    </dgm:pt>
  </dgm:ptLst>
  <dgm:cxnLst>
    <dgm:cxn modelId="{A9F0E232-1B2A-44FE-B818-DFB40372FABF}" type="presOf" srcId="{1D7680CF-9987-4495-B64C-63BC80B4680B}" destId="{58F0B0BC-B566-422A-819B-D46552EA3BD0}" srcOrd="0" destOrd="0" presId="urn:microsoft.com/office/officeart/2005/8/layout/default"/>
    <dgm:cxn modelId="{36CE1A53-28F3-43B8-9649-51C642068167}" srcId="{B15D7B53-A827-41C8-B13C-E0E6DD4D885B}" destId="{0073D6CC-FF63-41CD-8C03-E92AEB3F4C95}" srcOrd="1" destOrd="0" parTransId="{C316A50E-30C1-4535-A975-7C6BF3AB2DDC}" sibTransId="{D51436AB-734E-434A-925A-680D0D0CF51D}"/>
    <dgm:cxn modelId="{65D99677-0F34-4952-BAAB-36989F4A514E}" srcId="{B15D7B53-A827-41C8-B13C-E0E6DD4D885B}" destId="{93CF6E33-44F5-45A5-ACF9-E73F7F28BF3D}" srcOrd="3" destOrd="0" parTransId="{B4E01CD6-F4BA-47FF-9173-A2A7A002C094}" sibTransId="{BA24A2B1-4275-48E3-BD27-15A8BCB03C27}"/>
    <dgm:cxn modelId="{0C43CB79-42DE-4612-830D-B0F6D927810C}" type="presOf" srcId="{87780BC5-1E06-4380-BF72-E8CAECD11F7A}" destId="{630CA8CD-A0D6-4193-8330-33F944745490}" srcOrd="0" destOrd="0" presId="urn:microsoft.com/office/officeart/2005/8/layout/default"/>
    <dgm:cxn modelId="{387B2788-94A4-49B8-8BC3-F005F9A59CC2}" type="presOf" srcId="{B15D7B53-A827-41C8-B13C-E0E6DD4D885B}" destId="{6FD9011F-F6AB-420F-AD81-61FA11A1F2FE}" srcOrd="0" destOrd="0" presId="urn:microsoft.com/office/officeart/2005/8/layout/default"/>
    <dgm:cxn modelId="{39518993-8C47-457A-BE76-66A1817C7B96}" srcId="{B15D7B53-A827-41C8-B13C-E0E6DD4D885B}" destId="{87780BC5-1E06-4380-BF72-E8CAECD11F7A}" srcOrd="0" destOrd="0" parTransId="{6C6915BA-AEE2-454C-80EC-824D3A4A24EE}" sibTransId="{B53B2762-C7C9-4D69-8C47-0F6FFD8B266C}"/>
    <dgm:cxn modelId="{796D89A8-A726-4D28-AC72-8674161DE6A3}" type="presOf" srcId="{0073D6CC-FF63-41CD-8C03-E92AEB3F4C95}" destId="{946EBCA3-CC14-4DFC-9974-B0E0B5D9A135}" srcOrd="0" destOrd="0" presId="urn:microsoft.com/office/officeart/2005/8/layout/default"/>
    <dgm:cxn modelId="{9FE4A6B6-018E-4684-BE8E-968876ACF27F}" type="presOf" srcId="{99EF2D09-33C9-4D42-98A6-380958A643F4}" destId="{E936E17F-8DD9-4C85-931F-9642DD623E90}" srcOrd="0" destOrd="0" presId="urn:microsoft.com/office/officeart/2005/8/layout/default"/>
    <dgm:cxn modelId="{B0BB66C7-9466-4032-B9FD-34F5E16920A9}" srcId="{B15D7B53-A827-41C8-B13C-E0E6DD4D885B}" destId="{99EF2D09-33C9-4D42-98A6-380958A643F4}" srcOrd="5" destOrd="0" parTransId="{6ADF2A35-2689-4067-ADD7-10DA2E2E77BB}" sibTransId="{C549D56D-460C-413F-B70E-B4B5D780A183}"/>
    <dgm:cxn modelId="{B46082D1-30C6-4218-8E50-CC9CB9675321}" type="presOf" srcId="{93CF6E33-44F5-45A5-ACF9-E73F7F28BF3D}" destId="{01A49120-D286-4C0F-A113-0560CB3353C8}" srcOrd="0" destOrd="0" presId="urn:microsoft.com/office/officeart/2005/8/layout/default"/>
    <dgm:cxn modelId="{671795D8-CC1D-47F2-99FE-33DFAD636690}" srcId="{B15D7B53-A827-41C8-B13C-E0E6DD4D885B}" destId="{1D7680CF-9987-4495-B64C-63BC80B4680B}" srcOrd="4" destOrd="0" parTransId="{D553DF2C-0C2D-43E7-A536-2074E2642EE0}" sibTransId="{AD3BC054-9A9F-474E-A4F3-BD1764EB9E83}"/>
    <dgm:cxn modelId="{30B435E0-7CE5-4C50-B0A1-314AA4E6869A}" srcId="{B15D7B53-A827-41C8-B13C-E0E6DD4D885B}" destId="{25BC513F-36A0-408D-B21F-C9637CEDFA5B}" srcOrd="2" destOrd="0" parTransId="{BCB29A1C-54F8-426A-98EC-D8E119E7D8D0}" sibTransId="{B1883A5B-D18E-4235-9AB9-2A9A4364BB9A}"/>
    <dgm:cxn modelId="{37C8B7FA-4A5A-4B0A-92F5-2EB066721E4C}" type="presOf" srcId="{25BC513F-36A0-408D-B21F-C9637CEDFA5B}" destId="{0F680113-CC3A-408E-965D-1FABE04FFA57}" srcOrd="0" destOrd="0" presId="urn:microsoft.com/office/officeart/2005/8/layout/default"/>
    <dgm:cxn modelId="{F9B3DBE3-2F92-46ED-889D-B46B906EACE7}" type="presParOf" srcId="{6FD9011F-F6AB-420F-AD81-61FA11A1F2FE}" destId="{630CA8CD-A0D6-4193-8330-33F944745490}" srcOrd="0" destOrd="0" presId="urn:microsoft.com/office/officeart/2005/8/layout/default"/>
    <dgm:cxn modelId="{0EE357C7-7B13-4CF2-A15C-8B529CD14DA8}" type="presParOf" srcId="{6FD9011F-F6AB-420F-AD81-61FA11A1F2FE}" destId="{23689DAC-CB5C-4626-8A86-7BA18131E291}" srcOrd="1" destOrd="0" presId="urn:microsoft.com/office/officeart/2005/8/layout/default"/>
    <dgm:cxn modelId="{26B0EBB9-C01C-467A-8492-0A45B36D76AA}" type="presParOf" srcId="{6FD9011F-F6AB-420F-AD81-61FA11A1F2FE}" destId="{946EBCA3-CC14-4DFC-9974-B0E0B5D9A135}" srcOrd="2" destOrd="0" presId="urn:microsoft.com/office/officeart/2005/8/layout/default"/>
    <dgm:cxn modelId="{D3AEA8C9-1ADF-4EDC-A5D9-88969BC6750E}" type="presParOf" srcId="{6FD9011F-F6AB-420F-AD81-61FA11A1F2FE}" destId="{8F1E428F-AD93-4E95-B42E-1282BCADEF7A}" srcOrd="3" destOrd="0" presId="urn:microsoft.com/office/officeart/2005/8/layout/default"/>
    <dgm:cxn modelId="{9BC915CA-228C-4CF8-A48F-A621B8C21525}" type="presParOf" srcId="{6FD9011F-F6AB-420F-AD81-61FA11A1F2FE}" destId="{0F680113-CC3A-408E-965D-1FABE04FFA57}" srcOrd="4" destOrd="0" presId="urn:microsoft.com/office/officeart/2005/8/layout/default"/>
    <dgm:cxn modelId="{1D2C6021-15BA-46E6-8B84-C0F4109F2732}" type="presParOf" srcId="{6FD9011F-F6AB-420F-AD81-61FA11A1F2FE}" destId="{A05EBBDF-2026-4629-9420-54230AB39C97}" srcOrd="5" destOrd="0" presId="urn:microsoft.com/office/officeart/2005/8/layout/default"/>
    <dgm:cxn modelId="{C6673E50-EC62-44D4-83E9-A6709FD181F0}" type="presParOf" srcId="{6FD9011F-F6AB-420F-AD81-61FA11A1F2FE}" destId="{01A49120-D286-4C0F-A113-0560CB3353C8}" srcOrd="6" destOrd="0" presId="urn:microsoft.com/office/officeart/2005/8/layout/default"/>
    <dgm:cxn modelId="{EC541490-6166-49F1-91E4-D8EC4BFFEED6}" type="presParOf" srcId="{6FD9011F-F6AB-420F-AD81-61FA11A1F2FE}" destId="{3D7C58CB-3E7B-4B5E-8C56-3724D46CC402}" srcOrd="7" destOrd="0" presId="urn:microsoft.com/office/officeart/2005/8/layout/default"/>
    <dgm:cxn modelId="{376F2240-F7F2-4347-9D3D-BAD395337595}" type="presParOf" srcId="{6FD9011F-F6AB-420F-AD81-61FA11A1F2FE}" destId="{58F0B0BC-B566-422A-819B-D46552EA3BD0}" srcOrd="8" destOrd="0" presId="urn:microsoft.com/office/officeart/2005/8/layout/default"/>
    <dgm:cxn modelId="{D66F6389-F78C-4EEB-B412-E79441CB3D6D}" type="presParOf" srcId="{6FD9011F-F6AB-420F-AD81-61FA11A1F2FE}" destId="{FFB9D6BB-A360-4934-9F3E-AE61FFB46043}" srcOrd="9" destOrd="0" presId="urn:microsoft.com/office/officeart/2005/8/layout/default"/>
    <dgm:cxn modelId="{D67AD18F-7DA3-4716-A59B-DA1170BA8C11}" type="presParOf" srcId="{6FD9011F-F6AB-420F-AD81-61FA11A1F2FE}" destId="{E936E17F-8DD9-4C85-931F-9642DD623E9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BBEB4F-E6B4-4936-A153-ECEE803FF65C}" type="doc">
      <dgm:prSet loTypeId="urn:microsoft.com/office/officeart/2008/layout/LinedList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4D3B695A-4AFA-4B42-8A52-5FC348069BB5}">
      <dgm:prSet/>
      <dgm:spPr/>
      <dgm:t>
        <a:bodyPr/>
        <a:lstStyle/>
        <a:p>
          <a:r>
            <a:rPr lang="en-US" dirty="0"/>
            <a:t>Price Comparison Made Easy :- Users can compare prices across brands and specifications quickly.</a:t>
          </a:r>
          <a:endParaRPr lang="en-IN" dirty="0"/>
        </a:p>
      </dgm:t>
    </dgm:pt>
    <dgm:pt modelId="{241C9E00-D08C-4688-8796-18E4ADF351A2}" type="parTrans" cxnId="{AAB6DEE0-61C2-4E4B-B34F-9D99280AA491}">
      <dgm:prSet/>
      <dgm:spPr/>
      <dgm:t>
        <a:bodyPr/>
        <a:lstStyle/>
        <a:p>
          <a:endParaRPr lang="en-IN"/>
        </a:p>
      </dgm:t>
    </dgm:pt>
    <dgm:pt modelId="{C895DF59-7406-436B-B90D-A1AB854CF982}" type="sibTrans" cxnId="{AAB6DEE0-61C2-4E4B-B34F-9D99280AA491}">
      <dgm:prSet/>
      <dgm:spPr/>
      <dgm:t>
        <a:bodyPr/>
        <a:lstStyle/>
        <a:p>
          <a:endParaRPr lang="en-IN"/>
        </a:p>
      </dgm:t>
    </dgm:pt>
    <dgm:pt modelId="{A74F80AC-C85E-4F10-A5F9-732AC9DE78A8}">
      <dgm:prSet/>
      <dgm:spPr/>
      <dgm:t>
        <a:bodyPr/>
        <a:lstStyle/>
        <a:p>
          <a:r>
            <a:rPr lang="en-US" dirty="0"/>
            <a:t>Informed Buying Decisions :- Consumers choose the best smartphone based on RAM, storage, battery, etc.</a:t>
          </a:r>
          <a:endParaRPr lang="en-IN" dirty="0"/>
        </a:p>
      </dgm:t>
    </dgm:pt>
    <dgm:pt modelId="{1C9693F1-63C9-489B-8ACA-745517F59199}" type="parTrans" cxnId="{E4C83253-C13C-484E-B0D2-1ECAA4D020D1}">
      <dgm:prSet/>
      <dgm:spPr/>
      <dgm:t>
        <a:bodyPr/>
        <a:lstStyle/>
        <a:p>
          <a:endParaRPr lang="en-IN"/>
        </a:p>
      </dgm:t>
    </dgm:pt>
    <dgm:pt modelId="{1CF6970E-A0C4-40E4-B463-1C04BB2A8365}" type="sibTrans" cxnId="{E4C83253-C13C-484E-B0D2-1ECAA4D020D1}">
      <dgm:prSet/>
      <dgm:spPr/>
      <dgm:t>
        <a:bodyPr/>
        <a:lstStyle/>
        <a:p>
          <a:endParaRPr lang="en-IN"/>
        </a:p>
      </dgm:t>
    </dgm:pt>
    <dgm:pt modelId="{266B89F2-2222-4FF8-888B-4C22BFF08EB3}">
      <dgm:prSet/>
      <dgm:spPr/>
      <dgm:t>
        <a:bodyPr/>
        <a:lstStyle/>
        <a:p>
          <a:r>
            <a:rPr lang="en-US"/>
            <a:t>Market Trend Analysis :- Identifies trends by brand, features, or region.</a:t>
          </a:r>
          <a:endParaRPr lang="en-IN"/>
        </a:p>
      </dgm:t>
    </dgm:pt>
    <dgm:pt modelId="{7C3A621C-DAEE-49A5-9011-D622A8BDB706}" type="parTrans" cxnId="{D878002E-C333-4DD8-8828-97B3AE133ABA}">
      <dgm:prSet/>
      <dgm:spPr/>
      <dgm:t>
        <a:bodyPr/>
        <a:lstStyle/>
        <a:p>
          <a:endParaRPr lang="en-IN"/>
        </a:p>
      </dgm:t>
    </dgm:pt>
    <dgm:pt modelId="{FA31FD8D-80D4-4AC0-9DC8-BA351FB36FF2}" type="sibTrans" cxnId="{D878002E-C333-4DD8-8828-97B3AE133ABA}">
      <dgm:prSet/>
      <dgm:spPr/>
      <dgm:t>
        <a:bodyPr/>
        <a:lstStyle/>
        <a:p>
          <a:endParaRPr lang="en-IN"/>
        </a:p>
      </dgm:t>
    </dgm:pt>
    <dgm:pt modelId="{4FC157D1-042D-46FD-BB7A-187BB5956582}">
      <dgm:prSet/>
      <dgm:spPr/>
      <dgm:t>
        <a:bodyPr/>
        <a:lstStyle/>
        <a:p>
          <a:r>
            <a:rPr lang="en-US"/>
            <a:t>Fast Insights Through Graphs :- Visuals make understanding complex data quick and simple.</a:t>
          </a:r>
          <a:endParaRPr lang="en-IN"/>
        </a:p>
      </dgm:t>
    </dgm:pt>
    <dgm:pt modelId="{3EF4AC00-D61D-45CE-9BDC-9932047084EA}" type="parTrans" cxnId="{CE38D239-55E7-42C6-965B-122C2913CF2E}">
      <dgm:prSet/>
      <dgm:spPr/>
      <dgm:t>
        <a:bodyPr/>
        <a:lstStyle/>
        <a:p>
          <a:endParaRPr lang="en-IN"/>
        </a:p>
      </dgm:t>
    </dgm:pt>
    <dgm:pt modelId="{8A9F4060-7D86-44B8-AC34-F944AD4691BC}" type="sibTrans" cxnId="{CE38D239-55E7-42C6-965B-122C2913CF2E}">
      <dgm:prSet/>
      <dgm:spPr/>
      <dgm:t>
        <a:bodyPr/>
        <a:lstStyle/>
        <a:p>
          <a:endParaRPr lang="en-IN"/>
        </a:p>
      </dgm:t>
    </dgm:pt>
    <dgm:pt modelId="{570F30CE-7E91-4455-968F-8BA86E422FC0}">
      <dgm:prSet/>
      <dgm:spPr/>
      <dgm:t>
        <a:bodyPr/>
        <a:lstStyle/>
        <a:p>
          <a:r>
            <a:rPr lang="en-US"/>
            <a:t>Learning Outcome for Analysts :- Gain hands-on experience with Python, Pandas, Matplotlib, and real-world datasets.</a:t>
          </a:r>
          <a:endParaRPr lang="en-IN"/>
        </a:p>
      </dgm:t>
    </dgm:pt>
    <dgm:pt modelId="{6EFFD560-9C8B-4CA6-88F5-8E006A3E45DB}" type="parTrans" cxnId="{4FB0DA02-9868-42FF-8477-5D188A684A23}">
      <dgm:prSet/>
      <dgm:spPr/>
      <dgm:t>
        <a:bodyPr/>
        <a:lstStyle/>
        <a:p>
          <a:endParaRPr lang="en-IN"/>
        </a:p>
      </dgm:t>
    </dgm:pt>
    <dgm:pt modelId="{9A8E3F85-164C-461F-9A39-68534C58A0C1}" type="sibTrans" cxnId="{4FB0DA02-9868-42FF-8477-5D188A684A23}">
      <dgm:prSet/>
      <dgm:spPr/>
      <dgm:t>
        <a:bodyPr/>
        <a:lstStyle/>
        <a:p>
          <a:endParaRPr lang="en-IN"/>
        </a:p>
      </dgm:t>
    </dgm:pt>
    <dgm:pt modelId="{89CBC18E-EC2C-4BC7-BB54-013DFB66ED56}" type="pres">
      <dgm:prSet presAssocID="{84BBEB4F-E6B4-4936-A153-ECEE803FF65C}" presName="vert0" presStyleCnt="0">
        <dgm:presLayoutVars>
          <dgm:dir/>
          <dgm:animOne val="branch"/>
          <dgm:animLvl val="lvl"/>
        </dgm:presLayoutVars>
      </dgm:prSet>
      <dgm:spPr/>
    </dgm:pt>
    <dgm:pt modelId="{CFB7174E-8012-43AA-B390-7FD5B95BB206}" type="pres">
      <dgm:prSet presAssocID="{4D3B695A-4AFA-4B42-8A52-5FC348069BB5}" presName="thickLine" presStyleLbl="alignNode1" presStyleIdx="0" presStyleCnt="5"/>
      <dgm:spPr/>
    </dgm:pt>
    <dgm:pt modelId="{2B39565E-4978-4D97-A91A-F8E198ACAA15}" type="pres">
      <dgm:prSet presAssocID="{4D3B695A-4AFA-4B42-8A52-5FC348069BB5}" presName="horz1" presStyleCnt="0"/>
      <dgm:spPr/>
    </dgm:pt>
    <dgm:pt modelId="{B283E42F-A102-49AC-AA2C-C202ECCDE1A7}" type="pres">
      <dgm:prSet presAssocID="{4D3B695A-4AFA-4B42-8A52-5FC348069BB5}" presName="tx1" presStyleLbl="revTx" presStyleIdx="0" presStyleCnt="5"/>
      <dgm:spPr/>
    </dgm:pt>
    <dgm:pt modelId="{47B9026D-710F-4D65-926F-4258E4F6B5D2}" type="pres">
      <dgm:prSet presAssocID="{4D3B695A-4AFA-4B42-8A52-5FC348069BB5}" presName="vert1" presStyleCnt="0"/>
      <dgm:spPr/>
    </dgm:pt>
    <dgm:pt modelId="{001B7028-DEF2-4C3A-8088-7D8377E7A1A7}" type="pres">
      <dgm:prSet presAssocID="{A74F80AC-C85E-4F10-A5F9-732AC9DE78A8}" presName="thickLine" presStyleLbl="alignNode1" presStyleIdx="1" presStyleCnt="5"/>
      <dgm:spPr/>
    </dgm:pt>
    <dgm:pt modelId="{C42C98EA-CBEE-46C0-8BD8-A200F8D7C32C}" type="pres">
      <dgm:prSet presAssocID="{A74F80AC-C85E-4F10-A5F9-732AC9DE78A8}" presName="horz1" presStyleCnt="0"/>
      <dgm:spPr/>
    </dgm:pt>
    <dgm:pt modelId="{8B49D5AC-1765-4E1F-BAA4-8B6B3FB30EF3}" type="pres">
      <dgm:prSet presAssocID="{A74F80AC-C85E-4F10-A5F9-732AC9DE78A8}" presName="tx1" presStyleLbl="revTx" presStyleIdx="1" presStyleCnt="5"/>
      <dgm:spPr/>
    </dgm:pt>
    <dgm:pt modelId="{45798646-21F0-4AE7-B14A-3A3FE1BA4746}" type="pres">
      <dgm:prSet presAssocID="{A74F80AC-C85E-4F10-A5F9-732AC9DE78A8}" presName="vert1" presStyleCnt="0"/>
      <dgm:spPr/>
    </dgm:pt>
    <dgm:pt modelId="{8FDBE113-AFC3-4650-B1A5-60DCDB9F668C}" type="pres">
      <dgm:prSet presAssocID="{266B89F2-2222-4FF8-888B-4C22BFF08EB3}" presName="thickLine" presStyleLbl="alignNode1" presStyleIdx="2" presStyleCnt="5"/>
      <dgm:spPr/>
    </dgm:pt>
    <dgm:pt modelId="{98ECA2D8-211E-4D2B-B5FE-C13D0C69B849}" type="pres">
      <dgm:prSet presAssocID="{266B89F2-2222-4FF8-888B-4C22BFF08EB3}" presName="horz1" presStyleCnt="0"/>
      <dgm:spPr/>
    </dgm:pt>
    <dgm:pt modelId="{BEB4CBE1-0C3E-4928-94CA-488FDFF498F5}" type="pres">
      <dgm:prSet presAssocID="{266B89F2-2222-4FF8-888B-4C22BFF08EB3}" presName="tx1" presStyleLbl="revTx" presStyleIdx="2" presStyleCnt="5"/>
      <dgm:spPr/>
    </dgm:pt>
    <dgm:pt modelId="{897F0B37-8C71-43EE-804E-B6771DC7E382}" type="pres">
      <dgm:prSet presAssocID="{266B89F2-2222-4FF8-888B-4C22BFF08EB3}" presName="vert1" presStyleCnt="0"/>
      <dgm:spPr/>
    </dgm:pt>
    <dgm:pt modelId="{04432F68-7B16-465B-9654-4FB09C26AA2B}" type="pres">
      <dgm:prSet presAssocID="{4FC157D1-042D-46FD-BB7A-187BB5956582}" presName="thickLine" presStyleLbl="alignNode1" presStyleIdx="3" presStyleCnt="5"/>
      <dgm:spPr/>
    </dgm:pt>
    <dgm:pt modelId="{9447BA14-AC12-40B2-8C34-90B61C76EC8D}" type="pres">
      <dgm:prSet presAssocID="{4FC157D1-042D-46FD-BB7A-187BB5956582}" presName="horz1" presStyleCnt="0"/>
      <dgm:spPr/>
    </dgm:pt>
    <dgm:pt modelId="{9D0368B6-45C1-4148-8457-4932F3DE811B}" type="pres">
      <dgm:prSet presAssocID="{4FC157D1-042D-46FD-BB7A-187BB5956582}" presName="tx1" presStyleLbl="revTx" presStyleIdx="3" presStyleCnt="5"/>
      <dgm:spPr/>
    </dgm:pt>
    <dgm:pt modelId="{E2FECC95-0155-4982-B3CE-AAFE8DD81C8D}" type="pres">
      <dgm:prSet presAssocID="{4FC157D1-042D-46FD-BB7A-187BB5956582}" presName="vert1" presStyleCnt="0"/>
      <dgm:spPr/>
    </dgm:pt>
    <dgm:pt modelId="{4335B2CD-4779-443E-83D6-2E847A859C75}" type="pres">
      <dgm:prSet presAssocID="{570F30CE-7E91-4455-968F-8BA86E422FC0}" presName="thickLine" presStyleLbl="alignNode1" presStyleIdx="4" presStyleCnt="5"/>
      <dgm:spPr/>
    </dgm:pt>
    <dgm:pt modelId="{2218406D-8885-4359-B710-6DCC7DA86CD7}" type="pres">
      <dgm:prSet presAssocID="{570F30CE-7E91-4455-968F-8BA86E422FC0}" presName="horz1" presStyleCnt="0"/>
      <dgm:spPr/>
    </dgm:pt>
    <dgm:pt modelId="{091E551D-D0FB-427C-8595-834264FADB76}" type="pres">
      <dgm:prSet presAssocID="{570F30CE-7E91-4455-968F-8BA86E422FC0}" presName="tx1" presStyleLbl="revTx" presStyleIdx="4" presStyleCnt="5"/>
      <dgm:spPr/>
    </dgm:pt>
    <dgm:pt modelId="{7FBD51D8-F607-4D3D-9251-4E11C9114D55}" type="pres">
      <dgm:prSet presAssocID="{570F30CE-7E91-4455-968F-8BA86E422FC0}" presName="vert1" presStyleCnt="0"/>
      <dgm:spPr/>
    </dgm:pt>
  </dgm:ptLst>
  <dgm:cxnLst>
    <dgm:cxn modelId="{4FB0DA02-9868-42FF-8477-5D188A684A23}" srcId="{84BBEB4F-E6B4-4936-A153-ECEE803FF65C}" destId="{570F30CE-7E91-4455-968F-8BA86E422FC0}" srcOrd="4" destOrd="0" parTransId="{6EFFD560-9C8B-4CA6-88F5-8E006A3E45DB}" sibTransId="{9A8E3F85-164C-461F-9A39-68534C58A0C1}"/>
    <dgm:cxn modelId="{5E56AA11-D6B5-44F8-BA91-B52B5AE3A1AC}" type="presOf" srcId="{4D3B695A-4AFA-4B42-8A52-5FC348069BB5}" destId="{B283E42F-A102-49AC-AA2C-C202ECCDE1A7}" srcOrd="0" destOrd="0" presId="urn:microsoft.com/office/officeart/2008/layout/LinedList"/>
    <dgm:cxn modelId="{65F36115-505E-4E68-92B2-5A40763D2A0F}" type="presOf" srcId="{A74F80AC-C85E-4F10-A5F9-732AC9DE78A8}" destId="{8B49D5AC-1765-4E1F-BAA4-8B6B3FB30EF3}" srcOrd="0" destOrd="0" presId="urn:microsoft.com/office/officeart/2008/layout/LinedList"/>
    <dgm:cxn modelId="{78D9082C-4046-40BE-B7D7-A01D527625FA}" type="presOf" srcId="{266B89F2-2222-4FF8-888B-4C22BFF08EB3}" destId="{BEB4CBE1-0C3E-4928-94CA-488FDFF498F5}" srcOrd="0" destOrd="0" presId="urn:microsoft.com/office/officeart/2008/layout/LinedList"/>
    <dgm:cxn modelId="{D878002E-C333-4DD8-8828-97B3AE133ABA}" srcId="{84BBEB4F-E6B4-4936-A153-ECEE803FF65C}" destId="{266B89F2-2222-4FF8-888B-4C22BFF08EB3}" srcOrd="2" destOrd="0" parTransId="{7C3A621C-DAEE-49A5-9011-D622A8BDB706}" sibTransId="{FA31FD8D-80D4-4AC0-9DC8-BA351FB36FF2}"/>
    <dgm:cxn modelId="{CE38D239-55E7-42C6-965B-122C2913CF2E}" srcId="{84BBEB4F-E6B4-4936-A153-ECEE803FF65C}" destId="{4FC157D1-042D-46FD-BB7A-187BB5956582}" srcOrd="3" destOrd="0" parTransId="{3EF4AC00-D61D-45CE-9BDC-9932047084EA}" sibTransId="{8A9F4060-7D86-44B8-AC34-F944AD4691BC}"/>
    <dgm:cxn modelId="{E4C83253-C13C-484E-B0D2-1ECAA4D020D1}" srcId="{84BBEB4F-E6B4-4936-A153-ECEE803FF65C}" destId="{A74F80AC-C85E-4F10-A5F9-732AC9DE78A8}" srcOrd="1" destOrd="0" parTransId="{1C9693F1-63C9-489B-8ACA-745517F59199}" sibTransId="{1CF6970E-A0C4-40E4-B463-1C04BB2A8365}"/>
    <dgm:cxn modelId="{29640C8D-BDFA-48A4-B5BC-1384D5ED7A0F}" type="presOf" srcId="{570F30CE-7E91-4455-968F-8BA86E422FC0}" destId="{091E551D-D0FB-427C-8595-834264FADB76}" srcOrd="0" destOrd="0" presId="urn:microsoft.com/office/officeart/2008/layout/LinedList"/>
    <dgm:cxn modelId="{2EF3BBC6-1EE4-474A-B12A-E83C6BD676D1}" type="presOf" srcId="{4FC157D1-042D-46FD-BB7A-187BB5956582}" destId="{9D0368B6-45C1-4148-8457-4932F3DE811B}" srcOrd="0" destOrd="0" presId="urn:microsoft.com/office/officeart/2008/layout/LinedList"/>
    <dgm:cxn modelId="{AAB6DEE0-61C2-4E4B-B34F-9D99280AA491}" srcId="{84BBEB4F-E6B4-4936-A153-ECEE803FF65C}" destId="{4D3B695A-4AFA-4B42-8A52-5FC348069BB5}" srcOrd="0" destOrd="0" parTransId="{241C9E00-D08C-4688-8796-18E4ADF351A2}" sibTransId="{C895DF59-7406-436B-B90D-A1AB854CF982}"/>
    <dgm:cxn modelId="{9B5FCCF4-0F44-4887-86FC-7FFE425587EA}" type="presOf" srcId="{84BBEB4F-E6B4-4936-A153-ECEE803FF65C}" destId="{89CBC18E-EC2C-4BC7-BB54-013DFB66ED56}" srcOrd="0" destOrd="0" presId="urn:microsoft.com/office/officeart/2008/layout/LinedList"/>
    <dgm:cxn modelId="{39BADE76-FB7C-41AC-86F8-51F3CDEB6607}" type="presParOf" srcId="{89CBC18E-EC2C-4BC7-BB54-013DFB66ED56}" destId="{CFB7174E-8012-43AA-B390-7FD5B95BB206}" srcOrd="0" destOrd="0" presId="urn:microsoft.com/office/officeart/2008/layout/LinedList"/>
    <dgm:cxn modelId="{66D769AE-E059-499A-8FA7-29CCD506F843}" type="presParOf" srcId="{89CBC18E-EC2C-4BC7-BB54-013DFB66ED56}" destId="{2B39565E-4978-4D97-A91A-F8E198ACAA15}" srcOrd="1" destOrd="0" presId="urn:microsoft.com/office/officeart/2008/layout/LinedList"/>
    <dgm:cxn modelId="{561ABF29-EBCF-44C7-A8FD-CB550F59F705}" type="presParOf" srcId="{2B39565E-4978-4D97-A91A-F8E198ACAA15}" destId="{B283E42F-A102-49AC-AA2C-C202ECCDE1A7}" srcOrd="0" destOrd="0" presId="urn:microsoft.com/office/officeart/2008/layout/LinedList"/>
    <dgm:cxn modelId="{BF6DE044-82DB-4279-B0CC-D7BCC73EBF9D}" type="presParOf" srcId="{2B39565E-4978-4D97-A91A-F8E198ACAA15}" destId="{47B9026D-710F-4D65-926F-4258E4F6B5D2}" srcOrd="1" destOrd="0" presId="urn:microsoft.com/office/officeart/2008/layout/LinedList"/>
    <dgm:cxn modelId="{DDAC8867-D97F-4FFB-9CA7-9E275C9DFDB3}" type="presParOf" srcId="{89CBC18E-EC2C-4BC7-BB54-013DFB66ED56}" destId="{001B7028-DEF2-4C3A-8088-7D8377E7A1A7}" srcOrd="2" destOrd="0" presId="urn:microsoft.com/office/officeart/2008/layout/LinedList"/>
    <dgm:cxn modelId="{30E88951-9AC6-4963-9D1F-39CB769E7F59}" type="presParOf" srcId="{89CBC18E-EC2C-4BC7-BB54-013DFB66ED56}" destId="{C42C98EA-CBEE-46C0-8BD8-A200F8D7C32C}" srcOrd="3" destOrd="0" presId="urn:microsoft.com/office/officeart/2008/layout/LinedList"/>
    <dgm:cxn modelId="{4A1DA015-CD7E-4FE0-A6B5-0676205FAAB3}" type="presParOf" srcId="{C42C98EA-CBEE-46C0-8BD8-A200F8D7C32C}" destId="{8B49D5AC-1765-4E1F-BAA4-8B6B3FB30EF3}" srcOrd="0" destOrd="0" presId="urn:microsoft.com/office/officeart/2008/layout/LinedList"/>
    <dgm:cxn modelId="{30F99F09-E0AE-428F-B673-D1A7AB72C174}" type="presParOf" srcId="{C42C98EA-CBEE-46C0-8BD8-A200F8D7C32C}" destId="{45798646-21F0-4AE7-B14A-3A3FE1BA4746}" srcOrd="1" destOrd="0" presId="urn:microsoft.com/office/officeart/2008/layout/LinedList"/>
    <dgm:cxn modelId="{F403049A-2B99-4D01-A2EF-5D6A0E3DDCFF}" type="presParOf" srcId="{89CBC18E-EC2C-4BC7-BB54-013DFB66ED56}" destId="{8FDBE113-AFC3-4650-B1A5-60DCDB9F668C}" srcOrd="4" destOrd="0" presId="urn:microsoft.com/office/officeart/2008/layout/LinedList"/>
    <dgm:cxn modelId="{1A565534-C20A-42A3-9A7D-C42EF794582D}" type="presParOf" srcId="{89CBC18E-EC2C-4BC7-BB54-013DFB66ED56}" destId="{98ECA2D8-211E-4D2B-B5FE-C13D0C69B849}" srcOrd="5" destOrd="0" presId="urn:microsoft.com/office/officeart/2008/layout/LinedList"/>
    <dgm:cxn modelId="{EEB7E4B3-8A24-41ED-B121-D0BD7DC75B5C}" type="presParOf" srcId="{98ECA2D8-211E-4D2B-B5FE-C13D0C69B849}" destId="{BEB4CBE1-0C3E-4928-94CA-488FDFF498F5}" srcOrd="0" destOrd="0" presId="urn:microsoft.com/office/officeart/2008/layout/LinedList"/>
    <dgm:cxn modelId="{30FB6A8E-BF81-412C-8EAF-1A3D54E8A930}" type="presParOf" srcId="{98ECA2D8-211E-4D2B-B5FE-C13D0C69B849}" destId="{897F0B37-8C71-43EE-804E-B6771DC7E382}" srcOrd="1" destOrd="0" presId="urn:microsoft.com/office/officeart/2008/layout/LinedList"/>
    <dgm:cxn modelId="{63DDD8D9-0497-4543-9A98-134B05968654}" type="presParOf" srcId="{89CBC18E-EC2C-4BC7-BB54-013DFB66ED56}" destId="{04432F68-7B16-465B-9654-4FB09C26AA2B}" srcOrd="6" destOrd="0" presId="urn:microsoft.com/office/officeart/2008/layout/LinedList"/>
    <dgm:cxn modelId="{9AA0AAFC-446C-460A-A489-6F4DF178A2AD}" type="presParOf" srcId="{89CBC18E-EC2C-4BC7-BB54-013DFB66ED56}" destId="{9447BA14-AC12-40B2-8C34-90B61C76EC8D}" srcOrd="7" destOrd="0" presId="urn:microsoft.com/office/officeart/2008/layout/LinedList"/>
    <dgm:cxn modelId="{281D5C31-1008-4FFA-827A-F064C7140302}" type="presParOf" srcId="{9447BA14-AC12-40B2-8C34-90B61C76EC8D}" destId="{9D0368B6-45C1-4148-8457-4932F3DE811B}" srcOrd="0" destOrd="0" presId="urn:microsoft.com/office/officeart/2008/layout/LinedList"/>
    <dgm:cxn modelId="{C8249719-BA5A-40DA-B236-7E80E741E02B}" type="presParOf" srcId="{9447BA14-AC12-40B2-8C34-90B61C76EC8D}" destId="{E2FECC95-0155-4982-B3CE-AAFE8DD81C8D}" srcOrd="1" destOrd="0" presId="urn:microsoft.com/office/officeart/2008/layout/LinedList"/>
    <dgm:cxn modelId="{DBB8FC52-BFF9-4D2B-9F19-F4A2C426BBB9}" type="presParOf" srcId="{89CBC18E-EC2C-4BC7-BB54-013DFB66ED56}" destId="{4335B2CD-4779-443E-83D6-2E847A859C75}" srcOrd="8" destOrd="0" presId="urn:microsoft.com/office/officeart/2008/layout/LinedList"/>
    <dgm:cxn modelId="{0B06EADD-806E-4C7F-AF98-DB8EF3908932}" type="presParOf" srcId="{89CBC18E-EC2C-4BC7-BB54-013DFB66ED56}" destId="{2218406D-8885-4359-B710-6DCC7DA86CD7}" srcOrd="9" destOrd="0" presId="urn:microsoft.com/office/officeart/2008/layout/LinedList"/>
    <dgm:cxn modelId="{A5BA61A9-2CEB-4075-9D89-2EC79B3C1879}" type="presParOf" srcId="{2218406D-8885-4359-B710-6DCC7DA86CD7}" destId="{091E551D-D0FB-427C-8595-834264FADB76}" srcOrd="0" destOrd="0" presId="urn:microsoft.com/office/officeart/2008/layout/LinedList"/>
    <dgm:cxn modelId="{F0F770E6-F4CC-4482-B938-293345B21268}" type="presParOf" srcId="{2218406D-8885-4359-B710-6DCC7DA86CD7}" destId="{7FBD51D8-F607-4D3D-9251-4E11C9114D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5C0922-37F0-473A-9E75-2A2C4DFD06F4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514940AD-A0A8-41C8-942B-49D52A0333C1}">
      <dgm:prSet/>
      <dgm:spPr/>
      <dgm:t>
        <a:bodyPr/>
        <a:lstStyle/>
        <a:p>
          <a:r>
            <a:rPr lang="en-IN" b="1" dirty="0"/>
            <a:t>Handled Null Values: </a:t>
          </a:r>
          <a:r>
            <a:rPr lang="en-IN" dirty="0"/>
            <a:t>Missing values were filled using mean/median or removed if not useful.</a:t>
          </a:r>
        </a:p>
      </dgm:t>
    </dgm:pt>
    <dgm:pt modelId="{9EB5E029-E6B8-4C69-8566-6C5D4FE60453}" type="parTrans" cxnId="{981E2C5A-33C7-4A3D-85BF-EABF48AE1642}">
      <dgm:prSet/>
      <dgm:spPr/>
      <dgm:t>
        <a:bodyPr/>
        <a:lstStyle/>
        <a:p>
          <a:endParaRPr lang="en-IN"/>
        </a:p>
      </dgm:t>
    </dgm:pt>
    <dgm:pt modelId="{F0E99497-40DA-4C48-A30E-6A6C06AF0EF6}" type="sibTrans" cxnId="{981E2C5A-33C7-4A3D-85BF-EABF48AE1642}">
      <dgm:prSet/>
      <dgm:spPr/>
      <dgm:t>
        <a:bodyPr/>
        <a:lstStyle/>
        <a:p>
          <a:endParaRPr lang="en-IN"/>
        </a:p>
      </dgm:t>
    </dgm:pt>
    <dgm:pt modelId="{5B5F7004-642B-4D78-9A1B-A334E13AE0DF}">
      <dgm:prSet/>
      <dgm:spPr/>
      <dgm:t>
        <a:bodyPr/>
        <a:lstStyle/>
        <a:p>
          <a:r>
            <a:rPr lang="en-IN" b="1" dirty="0"/>
            <a:t>Data Type Conversion: </a:t>
          </a:r>
          <a:r>
            <a:rPr lang="en-IN" dirty="0"/>
            <a:t>Converted string-based numbers (e.g., "6GB") into proper numeric types.</a:t>
          </a:r>
        </a:p>
      </dgm:t>
    </dgm:pt>
    <dgm:pt modelId="{6237B339-CA76-4F07-9014-ACBD5A806D5F}" type="parTrans" cxnId="{48465A55-D3F0-4533-BEB6-AE9AE48116AD}">
      <dgm:prSet/>
      <dgm:spPr/>
      <dgm:t>
        <a:bodyPr/>
        <a:lstStyle/>
        <a:p>
          <a:endParaRPr lang="en-IN"/>
        </a:p>
      </dgm:t>
    </dgm:pt>
    <dgm:pt modelId="{BF5DF950-9FAB-4B37-B75C-C97A1F57380E}" type="sibTrans" cxnId="{48465A55-D3F0-4533-BEB6-AE9AE48116AD}">
      <dgm:prSet/>
      <dgm:spPr/>
      <dgm:t>
        <a:bodyPr/>
        <a:lstStyle/>
        <a:p>
          <a:endParaRPr lang="en-IN"/>
        </a:p>
      </dgm:t>
    </dgm:pt>
    <dgm:pt modelId="{13500206-6089-4BFB-8D18-CC43C47325D1}">
      <dgm:prSet/>
      <dgm:spPr/>
      <dgm:t>
        <a:bodyPr/>
        <a:lstStyle/>
        <a:p>
          <a:r>
            <a:rPr lang="en-IN" b="1" dirty="0"/>
            <a:t>Removed Duplicates: </a:t>
          </a:r>
          <a:r>
            <a:rPr lang="en-IN" dirty="0"/>
            <a:t>Deleted duplicate rows to avoid repetition in analysis.</a:t>
          </a:r>
        </a:p>
      </dgm:t>
    </dgm:pt>
    <dgm:pt modelId="{066B5367-5FFC-4B8C-8C78-769EC2D02866}" type="parTrans" cxnId="{E9462931-2C18-4E96-B9A4-EE86AD5714FD}">
      <dgm:prSet/>
      <dgm:spPr/>
      <dgm:t>
        <a:bodyPr/>
        <a:lstStyle/>
        <a:p>
          <a:endParaRPr lang="en-IN"/>
        </a:p>
      </dgm:t>
    </dgm:pt>
    <dgm:pt modelId="{172186BD-B8DD-4B0F-8130-6B6D7FAA5326}" type="sibTrans" cxnId="{E9462931-2C18-4E96-B9A4-EE86AD5714FD}">
      <dgm:prSet/>
      <dgm:spPr/>
      <dgm:t>
        <a:bodyPr/>
        <a:lstStyle/>
        <a:p>
          <a:endParaRPr lang="en-IN"/>
        </a:p>
      </dgm:t>
    </dgm:pt>
    <dgm:pt modelId="{ECD9930A-17F7-4738-95B4-227AFDEE9B2D}">
      <dgm:prSet/>
      <dgm:spPr/>
      <dgm:t>
        <a:bodyPr/>
        <a:lstStyle/>
        <a:p>
          <a:r>
            <a:rPr lang="en-IN" b="1" dirty="0"/>
            <a:t>Reindexing &amp; Renaming: </a:t>
          </a:r>
          <a:r>
            <a:rPr lang="en-IN" dirty="0"/>
            <a:t>Reindexed rows and renamed columns for better readability.</a:t>
          </a:r>
        </a:p>
      </dgm:t>
    </dgm:pt>
    <dgm:pt modelId="{D038DE1C-B86A-49B9-A839-51606F4D9ADF}" type="parTrans" cxnId="{A0E27F0A-0CA6-4DEB-B904-C9AD77435595}">
      <dgm:prSet/>
      <dgm:spPr/>
      <dgm:t>
        <a:bodyPr/>
        <a:lstStyle/>
        <a:p>
          <a:endParaRPr lang="en-IN"/>
        </a:p>
      </dgm:t>
    </dgm:pt>
    <dgm:pt modelId="{A9407B49-D0BA-4F0D-BBDD-6249E735BF1C}" type="sibTrans" cxnId="{A0E27F0A-0CA6-4DEB-B904-C9AD77435595}">
      <dgm:prSet/>
      <dgm:spPr/>
      <dgm:t>
        <a:bodyPr/>
        <a:lstStyle/>
        <a:p>
          <a:endParaRPr lang="en-IN"/>
        </a:p>
      </dgm:t>
    </dgm:pt>
    <dgm:pt modelId="{AA0538F5-7A5A-4F65-9A75-03406578DE9F}" type="pres">
      <dgm:prSet presAssocID="{E05C0922-37F0-473A-9E75-2A2C4DFD06F4}" presName="CompostProcess" presStyleCnt="0">
        <dgm:presLayoutVars>
          <dgm:dir/>
          <dgm:resizeHandles val="exact"/>
        </dgm:presLayoutVars>
      </dgm:prSet>
      <dgm:spPr/>
    </dgm:pt>
    <dgm:pt modelId="{BA003D42-B6DC-4341-97AE-03A0AFF83B64}" type="pres">
      <dgm:prSet presAssocID="{E05C0922-37F0-473A-9E75-2A2C4DFD06F4}" presName="arrow" presStyleLbl="bgShp" presStyleIdx="0" presStyleCnt="1"/>
      <dgm:spPr/>
    </dgm:pt>
    <dgm:pt modelId="{61063C21-BEEC-40A9-A72E-163B1BADAF99}" type="pres">
      <dgm:prSet presAssocID="{E05C0922-37F0-473A-9E75-2A2C4DFD06F4}" presName="linearProcess" presStyleCnt="0"/>
      <dgm:spPr/>
    </dgm:pt>
    <dgm:pt modelId="{5E2A318D-4346-47D2-9C7A-A756993976F9}" type="pres">
      <dgm:prSet presAssocID="{514940AD-A0A8-41C8-942B-49D52A0333C1}" presName="textNode" presStyleLbl="node1" presStyleIdx="0" presStyleCnt="4">
        <dgm:presLayoutVars>
          <dgm:bulletEnabled val="1"/>
        </dgm:presLayoutVars>
      </dgm:prSet>
      <dgm:spPr/>
    </dgm:pt>
    <dgm:pt modelId="{C8C39B33-AAC9-462E-8842-62FB30F10434}" type="pres">
      <dgm:prSet presAssocID="{F0E99497-40DA-4C48-A30E-6A6C06AF0EF6}" presName="sibTrans" presStyleCnt="0"/>
      <dgm:spPr/>
    </dgm:pt>
    <dgm:pt modelId="{04B607A5-02B4-4C31-AF42-6B3D9951AE65}" type="pres">
      <dgm:prSet presAssocID="{5B5F7004-642B-4D78-9A1B-A334E13AE0DF}" presName="textNode" presStyleLbl="node1" presStyleIdx="1" presStyleCnt="4">
        <dgm:presLayoutVars>
          <dgm:bulletEnabled val="1"/>
        </dgm:presLayoutVars>
      </dgm:prSet>
      <dgm:spPr/>
    </dgm:pt>
    <dgm:pt modelId="{6E5D6143-7F7C-42AC-8E52-8713CF39BB26}" type="pres">
      <dgm:prSet presAssocID="{BF5DF950-9FAB-4B37-B75C-C97A1F57380E}" presName="sibTrans" presStyleCnt="0"/>
      <dgm:spPr/>
    </dgm:pt>
    <dgm:pt modelId="{A1028D87-3A35-4440-BF19-13A31B4F46DB}" type="pres">
      <dgm:prSet presAssocID="{13500206-6089-4BFB-8D18-CC43C47325D1}" presName="textNode" presStyleLbl="node1" presStyleIdx="2" presStyleCnt="4">
        <dgm:presLayoutVars>
          <dgm:bulletEnabled val="1"/>
        </dgm:presLayoutVars>
      </dgm:prSet>
      <dgm:spPr/>
    </dgm:pt>
    <dgm:pt modelId="{60C66558-4628-4C78-8454-850304B32F3C}" type="pres">
      <dgm:prSet presAssocID="{172186BD-B8DD-4B0F-8130-6B6D7FAA5326}" presName="sibTrans" presStyleCnt="0"/>
      <dgm:spPr/>
    </dgm:pt>
    <dgm:pt modelId="{12608B0C-F4A8-4E03-BF85-F5AB9DEF6F54}" type="pres">
      <dgm:prSet presAssocID="{ECD9930A-17F7-4738-95B4-227AFDEE9B2D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A0E27F0A-0CA6-4DEB-B904-C9AD77435595}" srcId="{E05C0922-37F0-473A-9E75-2A2C4DFD06F4}" destId="{ECD9930A-17F7-4738-95B4-227AFDEE9B2D}" srcOrd="3" destOrd="0" parTransId="{D038DE1C-B86A-49B9-A839-51606F4D9ADF}" sibTransId="{A9407B49-D0BA-4F0D-BBDD-6249E735BF1C}"/>
    <dgm:cxn modelId="{E9462931-2C18-4E96-B9A4-EE86AD5714FD}" srcId="{E05C0922-37F0-473A-9E75-2A2C4DFD06F4}" destId="{13500206-6089-4BFB-8D18-CC43C47325D1}" srcOrd="2" destOrd="0" parTransId="{066B5367-5FFC-4B8C-8C78-769EC2D02866}" sibTransId="{172186BD-B8DD-4B0F-8130-6B6D7FAA5326}"/>
    <dgm:cxn modelId="{BD792B67-2D90-4769-A6AD-822539880863}" type="presOf" srcId="{514940AD-A0A8-41C8-942B-49D52A0333C1}" destId="{5E2A318D-4346-47D2-9C7A-A756993976F9}" srcOrd="0" destOrd="0" presId="urn:microsoft.com/office/officeart/2005/8/layout/hProcess9"/>
    <dgm:cxn modelId="{DE493A54-B6A6-42D7-8C3D-6C77969F8270}" type="presOf" srcId="{E05C0922-37F0-473A-9E75-2A2C4DFD06F4}" destId="{AA0538F5-7A5A-4F65-9A75-03406578DE9F}" srcOrd="0" destOrd="0" presId="urn:microsoft.com/office/officeart/2005/8/layout/hProcess9"/>
    <dgm:cxn modelId="{48465A55-D3F0-4533-BEB6-AE9AE48116AD}" srcId="{E05C0922-37F0-473A-9E75-2A2C4DFD06F4}" destId="{5B5F7004-642B-4D78-9A1B-A334E13AE0DF}" srcOrd="1" destOrd="0" parTransId="{6237B339-CA76-4F07-9014-ACBD5A806D5F}" sibTransId="{BF5DF950-9FAB-4B37-B75C-C97A1F57380E}"/>
    <dgm:cxn modelId="{0118B479-0FC3-43CB-8E8D-762477E88887}" type="presOf" srcId="{5B5F7004-642B-4D78-9A1B-A334E13AE0DF}" destId="{04B607A5-02B4-4C31-AF42-6B3D9951AE65}" srcOrd="0" destOrd="0" presId="urn:microsoft.com/office/officeart/2005/8/layout/hProcess9"/>
    <dgm:cxn modelId="{981E2C5A-33C7-4A3D-85BF-EABF48AE1642}" srcId="{E05C0922-37F0-473A-9E75-2A2C4DFD06F4}" destId="{514940AD-A0A8-41C8-942B-49D52A0333C1}" srcOrd="0" destOrd="0" parTransId="{9EB5E029-E6B8-4C69-8566-6C5D4FE60453}" sibTransId="{F0E99497-40DA-4C48-A30E-6A6C06AF0EF6}"/>
    <dgm:cxn modelId="{E2B66985-ADF1-42F4-AE95-05275B50A147}" type="presOf" srcId="{ECD9930A-17F7-4738-95B4-227AFDEE9B2D}" destId="{12608B0C-F4A8-4E03-BF85-F5AB9DEF6F54}" srcOrd="0" destOrd="0" presId="urn:microsoft.com/office/officeart/2005/8/layout/hProcess9"/>
    <dgm:cxn modelId="{D6089DF0-6714-4B36-B7F5-CA14C1F181F9}" type="presOf" srcId="{13500206-6089-4BFB-8D18-CC43C47325D1}" destId="{A1028D87-3A35-4440-BF19-13A31B4F46DB}" srcOrd="0" destOrd="0" presId="urn:microsoft.com/office/officeart/2005/8/layout/hProcess9"/>
    <dgm:cxn modelId="{C5BA044A-D0B7-4DC7-8CC0-0962A8F25941}" type="presParOf" srcId="{AA0538F5-7A5A-4F65-9A75-03406578DE9F}" destId="{BA003D42-B6DC-4341-97AE-03A0AFF83B64}" srcOrd="0" destOrd="0" presId="urn:microsoft.com/office/officeart/2005/8/layout/hProcess9"/>
    <dgm:cxn modelId="{FB544C62-5BA6-47DC-A92C-6DCE562F5C50}" type="presParOf" srcId="{AA0538F5-7A5A-4F65-9A75-03406578DE9F}" destId="{61063C21-BEEC-40A9-A72E-163B1BADAF99}" srcOrd="1" destOrd="0" presId="urn:microsoft.com/office/officeart/2005/8/layout/hProcess9"/>
    <dgm:cxn modelId="{E1D9F8D0-C940-4233-BE6A-8BF74305E9C9}" type="presParOf" srcId="{61063C21-BEEC-40A9-A72E-163B1BADAF99}" destId="{5E2A318D-4346-47D2-9C7A-A756993976F9}" srcOrd="0" destOrd="0" presId="urn:microsoft.com/office/officeart/2005/8/layout/hProcess9"/>
    <dgm:cxn modelId="{164A6779-2C5E-4CC5-96D2-3AE51A312105}" type="presParOf" srcId="{61063C21-BEEC-40A9-A72E-163B1BADAF99}" destId="{C8C39B33-AAC9-462E-8842-62FB30F10434}" srcOrd="1" destOrd="0" presId="urn:microsoft.com/office/officeart/2005/8/layout/hProcess9"/>
    <dgm:cxn modelId="{D17B7E7A-5CAD-4728-A0A3-06EDFDA20181}" type="presParOf" srcId="{61063C21-BEEC-40A9-A72E-163B1BADAF99}" destId="{04B607A5-02B4-4C31-AF42-6B3D9951AE65}" srcOrd="2" destOrd="0" presId="urn:microsoft.com/office/officeart/2005/8/layout/hProcess9"/>
    <dgm:cxn modelId="{2276B489-09B8-47D6-BFE3-1ED0E93BDE10}" type="presParOf" srcId="{61063C21-BEEC-40A9-A72E-163B1BADAF99}" destId="{6E5D6143-7F7C-42AC-8E52-8713CF39BB26}" srcOrd="3" destOrd="0" presId="urn:microsoft.com/office/officeart/2005/8/layout/hProcess9"/>
    <dgm:cxn modelId="{EDBA1F86-7F4C-4185-A400-759C6E599EB6}" type="presParOf" srcId="{61063C21-BEEC-40A9-A72E-163B1BADAF99}" destId="{A1028D87-3A35-4440-BF19-13A31B4F46DB}" srcOrd="4" destOrd="0" presId="urn:microsoft.com/office/officeart/2005/8/layout/hProcess9"/>
    <dgm:cxn modelId="{230B5C1C-00CE-44FC-ADD4-0B1637B6EF22}" type="presParOf" srcId="{61063C21-BEEC-40A9-A72E-163B1BADAF99}" destId="{60C66558-4628-4C78-8454-850304B32F3C}" srcOrd="5" destOrd="0" presId="urn:microsoft.com/office/officeart/2005/8/layout/hProcess9"/>
    <dgm:cxn modelId="{970F92F9-ADFE-4779-BA06-636FAB3D1378}" type="presParOf" srcId="{61063C21-BEEC-40A9-A72E-163B1BADAF99}" destId="{12608B0C-F4A8-4E03-BF85-F5AB9DEF6F54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309DD7-9950-4241-98E0-B8DAAA757B31}" type="doc">
      <dgm:prSet loTypeId="urn:microsoft.com/office/officeart/2005/8/layout/vList2" loCatId="list" qsTypeId="urn:microsoft.com/office/officeart/2005/8/quickstyle/simple3" qsCatId="simple" csTypeId="urn:microsoft.com/office/officeart/2005/8/colors/accent1_5" csCatId="accent1"/>
      <dgm:spPr/>
      <dgm:t>
        <a:bodyPr/>
        <a:lstStyle/>
        <a:p>
          <a:endParaRPr lang="en-IN"/>
        </a:p>
      </dgm:t>
    </dgm:pt>
    <dgm:pt modelId="{F2103364-9D33-40C9-8F63-3C1ECB335EC9}">
      <dgm:prSet/>
      <dgm:spPr/>
      <dgm:t>
        <a:bodyPr/>
        <a:lstStyle/>
        <a:p>
          <a:pPr algn="l"/>
          <a:r>
            <a:rPr lang="en-IN" b="1" dirty="0"/>
            <a:t>Add More Features :- </a:t>
          </a:r>
          <a:r>
            <a:rPr lang="en-IN" dirty="0"/>
            <a:t>Include parameters like 5G support, refresh rate, OS version, waterproof ratings</a:t>
          </a:r>
        </a:p>
      </dgm:t>
    </dgm:pt>
    <dgm:pt modelId="{D1CFD8E3-B1E1-48CC-A88A-5048436BC7B9}" type="parTrans" cxnId="{EB6DAF70-CEC0-4BC5-986E-1E7FB1B1C7E8}">
      <dgm:prSet/>
      <dgm:spPr/>
      <dgm:t>
        <a:bodyPr/>
        <a:lstStyle/>
        <a:p>
          <a:pPr algn="l"/>
          <a:endParaRPr lang="en-IN"/>
        </a:p>
      </dgm:t>
    </dgm:pt>
    <dgm:pt modelId="{55093554-BE4E-453F-B8DE-D224F3646399}" type="sibTrans" cxnId="{EB6DAF70-CEC0-4BC5-986E-1E7FB1B1C7E8}">
      <dgm:prSet/>
      <dgm:spPr/>
      <dgm:t>
        <a:bodyPr/>
        <a:lstStyle/>
        <a:p>
          <a:pPr algn="l"/>
          <a:endParaRPr lang="en-IN"/>
        </a:p>
      </dgm:t>
    </dgm:pt>
    <dgm:pt modelId="{C6D5CEC0-B93F-425F-82CD-7DB516393A3C}">
      <dgm:prSet/>
      <dgm:spPr/>
      <dgm:t>
        <a:bodyPr/>
        <a:lstStyle/>
        <a:p>
          <a:pPr algn="l"/>
          <a:r>
            <a:rPr lang="en-IN" b="1" dirty="0"/>
            <a:t>Price Prediction Model :- </a:t>
          </a:r>
          <a:r>
            <a:rPr lang="en-IN" dirty="0"/>
            <a:t>Use Machine Learning (e.g., Linear Regression, Decision Tree) to predict mobile prices based on specs</a:t>
          </a:r>
        </a:p>
      </dgm:t>
    </dgm:pt>
    <dgm:pt modelId="{2E168FA9-4A31-41E6-977E-94467B095B3C}" type="parTrans" cxnId="{3BAB944A-538C-4C6A-B966-91736642FF4E}">
      <dgm:prSet/>
      <dgm:spPr/>
      <dgm:t>
        <a:bodyPr/>
        <a:lstStyle/>
        <a:p>
          <a:pPr algn="l"/>
          <a:endParaRPr lang="en-IN"/>
        </a:p>
      </dgm:t>
    </dgm:pt>
    <dgm:pt modelId="{DC60AF67-2083-4DDC-8E10-152BD9875017}" type="sibTrans" cxnId="{3BAB944A-538C-4C6A-B966-91736642FF4E}">
      <dgm:prSet/>
      <dgm:spPr/>
      <dgm:t>
        <a:bodyPr/>
        <a:lstStyle/>
        <a:p>
          <a:pPr algn="l"/>
          <a:endParaRPr lang="en-IN"/>
        </a:p>
      </dgm:t>
    </dgm:pt>
    <dgm:pt modelId="{28269830-3442-40F7-B122-F174BF80A069}">
      <dgm:prSet/>
      <dgm:spPr/>
      <dgm:t>
        <a:bodyPr/>
        <a:lstStyle/>
        <a:p>
          <a:pPr algn="l"/>
          <a:r>
            <a:rPr lang="en-IN" b="1" dirty="0"/>
            <a:t>Dynamic Dashboard :- </a:t>
          </a:r>
          <a:r>
            <a:rPr lang="en-IN" dirty="0"/>
            <a:t>Create a real-time interactive dashboard using Power BI or Tableau</a:t>
          </a:r>
        </a:p>
      </dgm:t>
    </dgm:pt>
    <dgm:pt modelId="{B6B8CA99-7D02-4AC9-BFCC-F08FA5ADBF5D}" type="parTrans" cxnId="{FBB78E39-95D8-43B0-AC06-6EB8A9679BA2}">
      <dgm:prSet/>
      <dgm:spPr/>
      <dgm:t>
        <a:bodyPr/>
        <a:lstStyle/>
        <a:p>
          <a:pPr algn="l"/>
          <a:endParaRPr lang="en-IN"/>
        </a:p>
      </dgm:t>
    </dgm:pt>
    <dgm:pt modelId="{F2A80678-6B31-4F6C-82EA-50CE4F5A1163}" type="sibTrans" cxnId="{FBB78E39-95D8-43B0-AC06-6EB8A9679BA2}">
      <dgm:prSet/>
      <dgm:spPr/>
      <dgm:t>
        <a:bodyPr/>
        <a:lstStyle/>
        <a:p>
          <a:pPr algn="l"/>
          <a:endParaRPr lang="en-IN"/>
        </a:p>
      </dgm:t>
    </dgm:pt>
    <dgm:pt modelId="{E8AA83EC-5966-46DA-A850-151A7776DFD5}">
      <dgm:prSet/>
      <dgm:spPr/>
      <dgm:t>
        <a:bodyPr/>
        <a:lstStyle/>
        <a:p>
          <a:pPr algn="l"/>
          <a:r>
            <a:rPr lang="en-IN" b="1" dirty="0"/>
            <a:t>Platform Development :- </a:t>
          </a:r>
          <a:r>
            <a:rPr lang="en-IN" dirty="0"/>
            <a:t>Convert this analysis into a user platform with vendor and admin roles</a:t>
          </a:r>
        </a:p>
      </dgm:t>
    </dgm:pt>
    <dgm:pt modelId="{3F35FB68-2300-466F-81B8-3B141D57C74A}" type="parTrans" cxnId="{A53C7AF6-58D1-4AD0-B76F-EC05331F21EA}">
      <dgm:prSet/>
      <dgm:spPr/>
      <dgm:t>
        <a:bodyPr/>
        <a:lstStyle/>
        <a:p>
          <a:pPr algn="l"/>
          <a:endParaRPr lang="en-IN"/>
        </a:p>
      </dgm:t>
    </dgm:pt>
    <dgm:pt modelId="{25F3BD3E-20E5-4678-A427-B1D017CB3F2B}" type="sibTrans" cxnId="{A53C7AF6-58D1-4AD0-B76F-EC05331F21EA}">
      <dgm:prSet/>
      <dgm:spPr/>
      <dgm:t>
        <a:bodyPr/>
        <a:lstStyle/>
        <a:p>
          <a:pPr algn="l"/>
          <a:endParaRPr lang="en-IN"/>
        </a:p>
      </dgm:t>
    </dgm:pt>
    <dgm:pt modelId="{0502E82C-B3EA-4A3A-8DE7-D94F98EF7B4D}">
      <dgm:prSet/>
      <dgm:spPr/>
      <dgm:t>
        <a:bodyPr/>
        <a:lstStyle/>
        <a:p>
          <a:pPr algn="l"/>
          <a:r>
            <a:rPr lang="en-IN" b="1" dirty="0"/>
            <a:t>Global Comparison :- </a:t>
          </a:r>
          <a:r>
            <a:rPr lang="en-IN" dirty="0"/>
            <a:t>Expand dataset with international pricing and currency normalization</a:t>
          </a:r>
        </a:p>
      </dgm:t>
    </dgm:pt>
    <dgm:pt modelId="{079F1083-4952-4B00-9503-1F608724964E}" type="parTrans" cxnId="{5D2449CC-8418-4E2C-B4ED-817EAA07DA23}">
      <dgm:prSet/>
      <dgm:spPr/>
      <dgm:t>
        <a:bodyPr/>
        <a:lstStyle/>
        <a:p>
          <a:pPr algn="l"/>
          <a:endParaRPr lang="en-IN"/>
        </a:p>
      </dgm:t>
    </dgm:pt>
    <dgm:pt modelId="{0C3A5266-F48B-4B95-9BF8-81D157523DCD}" type="sibTrans" cxnId="{5D2449CC-8418-4E2C-B4ED-817EAA07DA23}">
      <dgm:prSet/>
      <dgm:spPr/>
      <dgm:t>
        <a:bodyPr/>
        <a:lstStyle/>
        <a:p>
          <a:pPr algn="l"/>
          <a:endParaRPr lang="en-IN"/>
        </a:p>
      </dgm:t>
    </dgm:pt>
    <dgm:pt modelId="{288F9E67-F543-4A00-8E61-F57622455D6E}" type="pres">
      <dgm:prSet presAssocID="{A7309DD7-9950-4241-98E0-B8DAAA757B31}" presName="linear" presStyleCnt="0">
        <dgm:presLayoutVars>
          <dgm:animLvl val="lvl"/>
          <dgm:resizeHandles val="exact"/>
        </dgm:presLayoutVars>
      </dgm:prSet>
      <dgm:spPr/>
    </dgm:pt>
    <dgm:pt modelId="{ECAA01B2-F597-45E1-8796-F52144A5F8A4}" type="pres">
      <dgm:prSet presAssocID="{F2103364-9D33-40C9-8F63-3C1ECB335EC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7C460AA-6D77-4FEF-BB0C-E7BA77A71B18}" type="pres">
      <dgm:prSet presAssocID="{55093554-BE4E-453F-B8DE-D224F3646399}" presName="spacer" presStyleCnt="0"/>
      <dgm:spPr/>
    </dgm:pt>
    <dgm:pt modelId="{7B739BD6-3C55-423A-A943-67E31D5FC3C0}" type="pres">
      <dgm:prSet presAssocID="{C6D5CEC0-B93F-425F-82CD-7DB516393A3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9C7F6FC-BA4D-40E3-8C0A-060678C13843}" type="pres">
      <dgm:prSet presAssocID="{DC60AF67-2083-4DDC-8E10-152BD9875017}" presName="spacer" presStyleCnt="0"/>
      <dgm:spPr/>
    </dgm:pt>
    <dgm:pt modelId="{AEA514DB-1F2D-4D20-94C8-BF39DB65EE4D}" type="pres">
      <dgm:prSet presAssocID="{28269830-3442-40F7-B122-F174BF80A06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846A839-71A1-455F-AC61-8EC0BC367185}" type="pres">
      <dgm:prSet presAssocID="{F2A80678-6B31-4F6C-82EA-50CE4F5A1163}" presName="spacer" presStyleCnt="0"/>
      <dgm:spPr/>
    </dgm:pt>
    <dgm:pt modelId="{F9FF750C-13C9-4978-8F59-D723D32DF0D9}" type="pres">
      <dgm:prSet presAssocID="{E8AA83EC-5966-46DA-A850-151A7776DFD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F5E521F-D04C-436B-B321-A52F7DED67FF}" type="pres">
      <dgm:prSet presAssocID="{25F3BD3E-20E5-4678-A427-B1D017CB3F2B}" presName="spacer" presStyleCnt="0"/>
      <dgm:spPr/>
    </dgm:pt>
    <dgm:pt modelId="{D65C86DF-BC9A-4556-AA98-AA84237238E2}" type="pres">
      <dgm:prSet presAssocID="{0502E82C-B3EA-4A3A-8DE7-D94F98EF7B4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DEEFC0C-0761-4A56-B62E-3CCA0E37E93C}" type="presOf" srcId="{28269830-3442-40F7-B122-F174BF80A069}" destId="{AEA514DB-1F2D-4D20-94C8-BF39DB65EE4D}" srcOrd="0" destOrd="0" presId="urn:microsoft.com/office/officeart/2005/8/layout/vList2"/>
    <dgm:cxn modelId="{AE2AA119-4073-49F9-B77C-FA7D0B062BA5}" type="presOf" srcId="{E8AA83EC-5966-46DA-A850-151A7776DFD5}" destId="{F9FF750C-13C9-4978-8F59-D723D32DF0D9}" srcOrd="0" destOrd="0" presId="urn:microsoft.com/office/officeart/2005/8/layout/vList2"/>
    <dgm:cxn modelId="{FBB78E39-95D8-43B0-AC06-6EB8A9679BA2}" srcId="{A7309DD7-9950-4241-98E0-B8DAAA757B31}" destId="{28269830-3442-40F7-B122-F174BF80A069}" srcOrd="2" destOrd="0" parTransId="{B6B8CA99-7D02-4AC9-BFCC-F08FA5ADBF5D}" sibTransId="{F2A80678-6B31-4F6C-82EA-50CE4F5A1163}"/>
    <dgm:cxn modelId="{3BAB944A-538C-4C6A-B966-91736642FF4E}" srcId="{A7309DD7-9950-4241-98E0-B8DAAA757B31}" destId="{C6D5CEC0-B93F-425F-82CD-7DB516393A3C}" srcOrd="1" destOrd="0" parTransId="{2E168FA9-4A31-41E6-977E-94467B095B3C}" sibTransId="{DC60AF67-2083-4DDC-8E10-152BD9875017}"/>
    <dgm:cxn modelId="{EB6DAF70-CEC0-4BC5-986E-1E7FB1B1C7E8}" srcId="{A7309DD7-9950-4241-98E0-B8DAAA757B31}" destId="{F2103364-9D33-40C9-8F63-3C1ECB335EC9}" srcOrd="0" destOrd="0" parTransId="{D1CFD8E3-B1E1-48CC-A88A-5048436BC7B9}" sibTransId="{55093554-BE4E-453F-B8DE-D224F3646399}"/>
    <dgm:cxn modelId="{DD0C78AC-0FBB-4823-B1B0-EAA319267317}" type="presOf" srcId="{A7309DD7-9950-4241-98E0-B8DAAA757B31}" destId="{288F9E67-F543-4A00-8E61-F57622455D6E}" srcOrd="0" destOrd="0" presId="urn:microsoft.com/office/officeart/2005/8/layout/vList2"/>
    <dgm:cxn modelId="{040161AF-85A3-4C0E-B6A3-AA102152007D}" type="presOf" srcId="{C6D5CEC0-B93F-425F-82CD-7DB516393A3C}" destId="{7B739BD6-3C55-423A-A943-67E31D5FC3C0}" srcOrd="0" destOrd="0" presId="urn:microsoft.com/office/officeart/2005/8/layout/vList2"/>
    <dgm:cxn modelId="{5D2449CC-8418-4E2C-B4ED-817EAA07DA23}" srcId="{A7309DD7-9950-4241-98E0-B8DAAA757B31}" destId="{0502E82C-B3EA-4A3A-8DE7-D94F98EF7B4D}" srcOrd="4" destOrd="0" parTransId="{079F1083-4952-4B00-9503-1F608724964E}" sibTransId="{0C3A5266-F48B-4B95-9BF8-81D157523DCD}"/>
    <dgm:cxn modelId="{612C9DCF-7C39-4CD3-8903-03172C886422}" type="presOf" srcId="{F2103364-9D33-40C9-8F63-3C1ECB335EC9}" destId="{ECAA01B2-F597-45E1-8796-F52144A5F8A4}" srcOrd="0" destOrd="0" presId="urn:microsoft.com/office/officeart/2005/8/layout/vList2"/>
    <dgm:cxn modelId="{3780DDE2-D3A4-4035-8F87-93A310D91AAB}" type="presOf" srcId="{0502E82C-B3EA-4A3A-8DE7-D94F98EF7B4D}" destId="{D65C86DF-BC9A-4556-AA98-AA84237238E2}" srcOrd="0" destOrd="0" presId="urn:microsoft.com/office/officeart/2005/8/layout/vList2"/>
    <dgm:cxn modelId="{A53C7AF6-58D1-4AD0-B76F-EC05331F21EA}" srcId="{A7309DD7-9950-4241-98E0-B8DAAA757B31}" destId="{E8AA83EC-5966-46DA-A850-151A7776DFD5}" srcOrd="3" destOrd="0" parTransId="{3F35FB68-2300-466F-81B8-3B141D57C74A}" sibTransId="{25F3BD3E-20E5-4678-A427-B1D017CB3F2B}"/>
    <dgm:cxn modelId="{EC316BB3-1423-4012-8934-F7A394546D93}" type="presParOf" srcId="{288F9E67-F543-4A00-8E61-F57622455D6E}" destId="{ECAA01B2-F597-45E1-8796-F52144A5F8A4}" srcOrd="0" destOrd="0" presId="urn:microsoft.com/office/officeart/2005/8/layout/vList2"/>
    <dgm:cxn modelId="{FBFB343A-11FD-419A-B6C9-D05ACFD77564}" type="presParOf" srcId="{288F9E67-F543-4A00-8E61-F57622455D6E}" destId="{57C460AA-6D77-4FEF-BB0C-E7BA77A71B18}" srcOrd="1" destOrd="0" presId="urn:microsoft.com/office/officeart/2005/8/layout/vList2"/>
    <dgm:cxn modelId="{EA1303FB-178E-4CC9-A24C-2C128A9BEAA6}" type="presParOf" srcId="{288F9E67-F543-4A00-8E61-F57622455D6E}" destId="{7B739BD6-3C55-423A-A943-67E31D5FC3C0}" srcOrd="2" destOrd="0" presId="urn:microsoft.com/office/officeart/2005/8/layout/vList2"/>
    <dgm:cxn modelId="{0DD872CE-F7FA-4F61-9C62-0AD0931083E1}" type="presParOf" srcId="{288F9E67-F543-4A00-8E61-F57622455D6E}" destId="{A9C7F6FC-BA4D-40E3-8C0A-060678C13843}" srcOrd="3" destOrd="0" presId="urn:microsoft.com/office/officeart/2005/8/layout/vList2"/>
    <dgm:cxn modelId="{0A9A6872-F10E-4534-BD0D-61E5977F373D}" type="presParOf" srcId="{288F9E67-F543-4A00-8E61-F57622455D6E}" destId="{AEA514DB-1F2D-4D20-94C8-BF39DB65EE4D}" srcOrd="4" destOrd="0" presId="urn:microsoft.com/office/officeart/2005/8/layout/vList2"/>
    <dgm:cxn modelId="{2F39F581-0298-4F6A-9876-2CE199B939C0}" type="presParOf" srcId="{288F9E67-F543-4A00-8E61-F57622455D6E}" destId="{B846A839-71A1-455F-AC61-8EC0BC367185}" srcOrd="5" destOrd="0" presId="urn:microsoft.com/office/officeart/2005/8/layout/vList2"/>
    <dgm:cxn modelId="{60E28465-60FA-466D-AF7B-378A73BBFBE5}" type="presParOf" srcId="{288F9E67-F543-4A00-8E61-F57622455D6E}" destId="{F9FF750C-13C9-4978-8F59-D723D32DF0D9}" srcOrd="6" destOrd="0" presId="urn:microsoft.com/office/officeart/2005/8/layout/vList2"/>
    <dgm:cxn modelId="{B7CB62B2-F414-44AB-80F6-664C5A9C3D95}" type="presParOf" srcId="{288F9E67-F543-4A00-8E61-F57622455D6E}" destId="{FF5E521F-D04C-436B-B321-A52F7DED67FF}" srcOrd="7" destOrd="0" presId="urn:microsoft.com/office/officeart/2005/8/layout/vList2"/>
    <dgm:cxn modelId="{34CBC022-DC03-468D-8DDB-04BED0C618CF}" type="presParOf" srcId="{288F9E67-F543-4A00-8E61-F57622455D6E}" destId="{D65C86DF-BC9A-4556-AA98-AA84237238E2}" srcOrd="8" destOrd="0" presId="urn:microsoft.com/office/officeart/2005/8/layout/vList2"/>
  </dgm:cxnLst>
  <dgm:bg/>
  <dgm:whole>
    <a:ln>
      <a:solidFill>
        <a:schemeClr val="bg2">
          <a:lumMod val="25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C2F8B-D855-4EBF-A3AB-ACA5B474B3DA}">
      <dsp:nvSpPr>
        <dsp:cNvPr id="0" name=""/>
        <dsp:cNvSpPr/>
      </dsp:nvSpPr>
      <dsp:spPr>
        <a:xfrm>
          <a:off x="0" y="65787"/>
          <a:ext cx="10018712" cy="953403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 dirty="0"/>
            <a:t>Unstructured Data :-  Hard to understand without cleaning. </a:t>
          </a:r>
        </a:p>
      </dsp:txBody>
      <dsp:txXfrm>
        <a:off x="46541" y="112328"/>
        <a:ext cx="9925630" cy="860321"/>
      </dsp:txXfrm>
    </dsp:sp>
    <dsp:sp modelId="{01E70360-936D-4C5B-920C-FE84B0C131C9}">
      <dsp:nvSpPr>
        <dsp:cNvPr id="0" name=""/>
        <dsp:cNvSpPr/>
      </dsp:nvSpPr>
      <dsp:spPr>
        <a:xfrm>
          <a:off x="0" y="1088311"/>
          <a:ext cx="10018712" cy="953403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136769"/>
                <a:satOff val="3212"/>
                <a:lumOff val="9090"/>
                <a:alphaOff val="0"/>
                <a:tint val="60000"/>
                <a:lumMod val="104000"/>
              </a:schemeClr>
            </a:gs>
            <a:gs pos="100000">
              <a:schemeClr val="accent1">
                <a:shade val="80000"/>
                <a:hueOff val="136769"/>
                <a:satOff val="3212"/>
                <a:lumOff val="909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No Visual Insight :- No clear comparison Between brand and features. </a:t>
          </a:r>
          <a:endParaRPr lang="en-IN" sz="2400" kern="1200" dirty="0"/>
        </a:p>
      </dsp:txBody>
      <dsp:txXfrm>
        <a:off x="46541" y="1134852"/>
        <a:ext cx="9925630" cy="860321"/>
      </dsp:txXfrm>
    </dsp:sp>
    <dsp:sp modelId="{07A03E87-AC0C-4820-91D1-53AA73453E10}">
      <dsp:nvSpPr>
        <dsp:cNvPr id="0" name=""/>
        <dsp:cNvSpPr/>
      </dsp:nvSpPr>
      <dsp:spPr>
        <a:xfrm>
          <a:off x="0" y="2119224"/>
          <a:ext cx="10018712" cy="953403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273538"/>
                <a:satOff val="6423"/>
                <a:lumOff val="18180"/>
                <a:alphaOff val="0"/>
                <a:tint val="60000"/>
                <a:lumMod val="104000"/>
              </a:schemeClr>
            </a:gs>
            <a:gs pos="100000">
              <a:schemeClr val="accent1">
                <a:shade val="80000"/>
                <a:hueOff val="273538"/>
                <a:satOff val="6423"/>
                <a:lumOff val="1818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Manual &amp; Time-Consuming:- Difficult to find Best value Phone without Analysis.</a:t>
          </a:r>
          <a:endParaRPr lang="en-IN" sz="2400" kern="1200" dirty="0"/>
        </a:p>
      </dsp:txBody>
      <dsp:txXfrm>
        <a:off x="46541" y="2165765"/>
        <a:ext cx="9925630" cy="860321"/>
      </dsp:txXfrm>
    </dsp:sp>
    <dsp:sp modelId="{47EBB70F-8ABB-464F-A115-22B484748A63}">
      <dsp:nvSpPr>
        <dsp:cNvPr id="0" name=""/>
        <dsp:cNvSpPr/>
      </dsp:nvSpPr>
      <dsp:spPr>
        <a:xfrm>
          <a:off x="0" y="3133358"/>
          <a:ext cx="10018712" cy="953403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410307"/>
                <a:satOff val="9635"/>
                <a:lumOff val="27270"/>
                <a:alphaOff val="0"/>
                <a:tint val="60000"/>
                <a:lumMod val="104000"/>
              </a:schemeClr>
            </a:gs>
            <a:gs pos="100000">
              <a:schemeClr val="accent1">
                <a:shade val="80000"/>
                <a:hueOff val="410307"/>
                <a:satOff val="9635"/>
                <a:lumOff val="2727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No clear Price Analysis:- Smartphone price could not be compared by features or brands.</a:t>
          </a:r>
          <a:endParaRPr lang="en-IN" sz="2400" b="0" kern="1200" dirty="0"/>
        </a:p>
      </dsp:txBody>
      <dsp:txXfrm>
        <a:off x="46541" y="3179899"/>
        <a:ext cx="9925630" cy="8603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B5C997-0069-40B0-B385-84D05364B3BB}">
      <dsp:nvSpPr>
        <dsp:cNvPr id="0" name=""/>
        <dsp:cNvSpPr/>
      </dsp:nvSpPr>
      <dsp:spPr>
        <a:xfrm>
          <a:off x="2030133" y="0"/>
          <a:ext cx="6107190" cy="42956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A636779-37D7-49AE-9851-64F70B0FADD5}">
      <dsp:nvSpPr>
        <dsp:cNvPr id="0" name=""/>
        <dsp:cNvSpPr/>
      </dsp:nvSpPr>
      <dsp:spPr>
        <a:xfrm>
          <a:off x="3344008" y="408082"/>
          <a:ext cx="1675285" cy="16752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Analyze smartphone data using Python and data science libraries.</a:t>
          </a:r>
          <a:endParaRPr lang="en-IN" sz="1600" kern="1200" dirty="0"/>
        </a:p>
      </dsp:txBody>
      <dsp:txXfrm>
        <a:off x="3425789" y="489863"/>
        <a:ext cx="1511723" cy="1511723"/>
      </dsp:txXfrm>
    </dsp:sp>
    <dsp:sp modelId="{C7822AA4-941A-44DC-A137-892CF4FA05F3}">
      <dsp:nvSpPr>
        <dsp:cNvPr id="0" name=""/>
        <dsp:cNvSpPr/>
      </dsp:nvSpPr>
      <dsp:spPr>
        <a:xfrm>
          <a:off x="5148162" y="408082"/>
          <a:ext cx="1675285" cy="16752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Identify which features (RAM, Camera, Battery, etc.) impact price.</a:t>
          </a:r>
          <a:endParaRPr lang="en-IN" sz="1600" kern="1200"/>
        </a:p>
      </dsp:txBody>
      <dsp:txXfrm>
        <a:off x="5229943" y="489863"/>
        <a:ext cx="1511723" cy="1511723"/>
      </dsp:txXfrm>
    </dsp:sp>
    <dsp:sp modelId="{737D2130-8E7E-4A0F-BD08-58F3C1FC478D}">
      <dsp:nvSpPr>
        <dsp:cNvPr id="0" name=""/>
        <dsp:cNvSpPr/>
      </dsp:nvSpPr>
      <dsp:spPr>
        <a:xfrm>
          <a:off x="3344008" y="2212236"/>
          <a:ext cx="1675285" cy="16752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Visualize relationships between specs and pricing using charts.</a:t>
          </a:r>
          <a:endParaRPr lang="en-IN" sz="1600" kern="1200"/>
        </a:p>
      </dsp:txBody>
      <dsp:txXfrm>
        <a:off x="3425789" y="2294017"/>
        <a:ext cx="1511723" cy="1511723"/>
      </dsp:txXfrm>
    </dsp:sp>
    <dsp:sp modelId="{81C241A5-0D94-4D1F-906D-7F5DC30C5C76}">
      <dsp:nvSpPr>
        <dsp:cNvPr id="0" name=""/>
        <dsp:cNvSpPr/>
      </dsp:nvSpPr>
      <dsp:spPr>
        <a:xfrm>
          <a:off x="5148162" y="2212236"/>
          <a:ext cx="1675285" cy="16752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Compare pricing trends across different mobile brands.</a:t>
          </a:r>
          <a:endParaRPr lang="en-IN" sz="1600" kern="1200"/>
        </a:p>
      </dsp:txBody>
      <dsp:txXfrm>
        <a:off x="5229943" y="2294017"/>
        <a:ext cx="1511723" cy="15117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CA8CD-A0D6-4193-8330-33F944745490}">
      <dsp:nvSpPr>
        <dsp:cNvPr id="0" name=""/>
        <dsp:cNvSpPr/>
      </dsp:nvSpPr>
      <dsp:spPr>
        <a:xfrm>
          <a:off x="397695" y="2911"/>
          <a:ext cx="3065568" cy="18393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Data Collection :- </a:t>
          </a:r>
          <a:r>
            <a:rPr lang="en-US" sz="2300" kern="1200" dirty="0"/>
            <a:t>Gather smartphone specs and pricing data from reliable sources (e.g., Kaggle).</a:t>
          </a:r>
          <a:endParaRPr lang="en-IN" sz="2300" kern="1200" dirty="0"/>
        </a:p>
      </dsp:txBody>
      <dsp:txXfrm>
        <a:off x="397695" y="2911"/>
        <a:ext cx="3065568" cy="1839341"/>
      </dsp:txXfrm>
    </dsp:sp>
    <dsp:sp modelId="{946EBCA3-CC14-4DFC-9974-B0E0B5D9A135}">
      <dsp:nvSpPr>
        <dsp:cNvPr id="0" name=""/>
        <dsp:cNvSpPr/>
      </dsp:nvSpPr>
      <dsp:spPr>
        <a:xfrm>
          <a:off x="3769821" y="2911"/>
          <a:ext cx="3065568" cy="18393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Data Preprocessing :- </a:t>
          </a:r>
          <a:r>
            <a:rPr lang="en-US" sz="2300" kern="1200" dirty="0"/>
            <a:t>Clean, format, and structure the raw data for analysis.</a:t>
          </a:r>
          <a:endParaRPr lang="en-IN" sz="2300" kern="1200" dirty="0"/>
        </a:p>
      </dsp:txBody>
      <dsp:txXfrm>
        <a:off x="3769821" y="2911"/>
        <a:ext cx="3065568" cy="1839341"/>
      </dsp:txXfrm>
    </dsp:sp>
    <dsp:sp modelId="{0F680113-CC3A-408E-965D-1FABE04FFA57}">
      <dsp:nvSpPr>
        <dsp:cNvPr id="0" name=""/>
        <dsp:cNvSpPr/>
      </dsp:nvSpPr>
      <dsp:spPr>
        <a:xfrm>
          <a:off x="7141946" y="2911"/>
          <a:ext cx="3065568" cy="18393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Exploratory Data Analysis (EDA) :- </a:t>
          </a:r>
          <a:r>
            <a:rPr lang="en-US" sz="2300" kern="1200" dirty="0"/>
            <a:t>Use graphs to find trends (e.g., Price vs. RAM, Storage, Brand).</a:t>
          </a:r>
          <a:endParaRPr lang="en-IN" sz="2300" kern="1200" dirty="0"/>
        </a:p>
      </dsp:txBody>
      <dsp:txXfrm>
        <a:off x="7141946" y="2911"/>
        <a:ext cx="3065568" cy="1839341"/>
      </dsp:txXfrm>
    </dsp:sp>
    <dsp:sp modelId="{01A49120-D286-4C0F-A113-0560CB3353C8}">
      <dsp:nvSpPr>
        <dsp:cNvPr id="0" name=""/>
        <dsp:cNvSpPr/>
      </dsp:nvSpPr>
      <dsp:spPr>
        <a:xfrm>
          <a:off x="397695" y="2148809"/>
          <a:ext cx="3065568" cy="18393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Visualization :-</a:t>
          </a:r>
          <a:r>
            <a:rPr lang="en-US" sz="2300" kern="1200" dirty="0"/>
            <a:t> Create charts and plots using Python libraries (Matplotlib, Seaborn).</a:t>
          </a:r>
          <a:endParaRPr lang="en-IN" sz="2300" kern="1200" dirty="0"/>
        </a:p>
      </dsp:txBody>
      <dsp:txXfrm>
        <a:off x="397695" y="2148809"/>
        <a:ext cx="3065568" cy="1839341"/>
      </dsp:txXfrm>
    </dsp:sp>
    <dsp:sp modelId="{58F0B0BC-B566-422A-819B-D46552EA3BD0}">
      <dsp:nvSpPr>
        <dsp:cNvPr id="0" name=""/>
        <dsp:cNvSpPr/>
      </dsp:nvSpPr>
      <dsp:spPr>
        <a:xfrm>
          <a:off x="3769821" y="2148809"/>
          <a:ext cx="3065568" cy="18393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Result Interpretation :- </a:t>
          </a:r>
          <a:r>
            <a:rPr lang="en-US" sz="2300" kern="1200" dirty="0"/>
            <a:t>Analyze findings to understand what features impact price the most.</a:t>
          </a:r>
          <a:endParaRPr lang="en-IN" sz="2300" kern="1200" dirty="0"/>
        </a:p>
      </dsp:txBody>
      <dsp:txXfrm>
        <a:off x="3769821" y="2148809"/>
        <a:ext cx="3065568" cy="1839341"/>
      </dsp:txXfrm>
    </dsp:sp>
    <dsp:sp modelId="{E936E17F-8DD9-4C85-931F-9642DD623E90}">
      <dsp:nvSpPr>
        <dsp:cNvPr id="0" name=""/>
        <dsp:cNvSpPr/>
      </dsp:nvSpPr>
      <dsp:spPr>
        <a:xfrm>
          <a:off x="7141946" y="2148809"/>
          <a:ext cx="3065568" cy="18393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Conclusion &amp; Insights </a:t>
          </a:r>
          <a:r>
            <a:rPr lang="en-US" sz="2300" kern="1200" dirty="0"/>
            <a:t>Help users and businesses make informed decisions based on results.</a:t>
          </a:r>
          <a:endParaRPr lang="en-IN" sz="2300" kern="1200" dirty="0"/>
        </a:p>
      </dsp:txBody>
      <dsp:txXfrm>
        <a:off x="7141946" y="2148809"/>
        <a:ext cx="3065568" cy="18393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7174E-8012-43AA-B390-7FD5B95BB206}">
      <dsp:nvSpPr>
        <dsp:cNvPr id="0" name=""/>
        <dsp:cNvSpPr/>
      </dsp:nvSpPr>
      <dsp:spPr>
        <a:xfrm>
          <a:off x="0" y="381"/>
          <a:ext cx="100187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283E42F-A102-49AC-AA2C-C202ECCDE1A7}">
      <dsp:nvSpPr>
        <dsp:cNvPr id="0" name=""/>
        <dsp:cNvSpPr/>
      </dsp:nvSpPr>
      <dsp:spPr>
        <a:xfrm>
          <a:off x="0" y="381"/>
          <a:ext cx="10018712" cy="62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Price Comparison Made Easy :- Users can compare prices across brands and specifications quickly.</a:t>
          </a:r>
          <a:endParaRPr lang="en-IN" sz="1700" kern="1200" dirty="0"/>
        </a:p>
      </dsp:txBody>
      <dsp:txXfrm>
        <a:off x="0" y="381"/>
        <a:ext cx="10018712" cy="624687"/>
      </dsp:txXfrm>
    </dsp:sp>
    <dsp:sp modelId="{001B7028-DEF2-4C3A-8088-7D8377E7A1A7}">
      <dsp:nvSpPr>
        <dsp:cNvPr id="0" name=""/>
        <dsp:cNvSpPr/>
      </dsp:nvSpPr>
      <dsp:spPr>
        <a:xfrm>
          <a:off x="0" y="625069"/>
          <a:ext cx="100187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49D5AC-1765-4E1F-BAA4-8B6B3FB30EF3}">
      <dsp:nvSpPr>
        <dsp:cNvPr id="0" name=""/>
        <dsp:cNvSpPr/>
      </dsp:nvSpPr>
      <dsp:spPr>
        <a:xfrm>
          <a:off x="0" y="625069"/>
          <a:ext cx="10018712" cy="62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Informed Buying Decisions :- Consumers choose the best smartphone based on RAM, storage, battery, etc.</a:t>
          </a:r>
          <a:endParaRPr lang="en-IN" sz="1700" kern="1200" dirty="0"/>
        </a:p>
      </dsp:txBody>
      <dsp:txXfrm>
        <a:off x="0" y="625069"/>
        <a:ext cx="10018712" cy="624687"/>
      </dsp:txXfrm>
    </dsp:sp>
    <dsp:sp modelId="{8FDBE113-AFC3-4650-B1A5-60DCDB9F668C}">
      <dsp:nvSpPr>
        <dsp:cNvPr id="0" name=""/>
        <dsp:cNvSpPr/>
      </dsp:nvSpPr>
      <dsp:spPr>
        <a:xfrm>
          <a:off x="0" y="1249756"/>
          <a:ext cx="100187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B4CBE1-0C3E-4928-94CA-488FDFF498F5}">
      <dsp:nvSpPr>
        <dsp:cNvPr id="0" name=""/>
        <dsp:cNvSpPr/>
      </dsp:nvSpPr>
      <dsp:spPr>
        <a:xfrm>
          <a:off x="0" y="1249756"/>
          <a:ext cx="10018712" cy="62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Market Trend Analysis :- Identifies trends by brand, features, or region.</a:t>
          </a:r>
          <a:endParaRPr lang="en-IN" sz="1700" kern="1200"/>
        </a:p>
      </dsp:txBody>
      <dsp:txXfrm>
        <a:off x="0" y="1249756"/>
        <a:ext cx="10018712" cy="624687"/>
      </dsp:txXfrm>
    </dsp:sp>
    <dsp:sp modelId="{04432F68-7B16-465B-9654-4FB09C26AA2B}">
      <dsp:nvSpPr>
        <dsp:cNvPr id="0" name=""/>
        <dsp:cNvSpPr/>
      </dsp:nvSpPr>
      <dsp:spPr>
        <a:xfrm>
          <a:off x="0" y="1874444"/>
          <a:ext cx="100187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0368B6-45C1-4148-8457-4932F3DE811B}">
      <dsp:nvSpPr>
        <dsp:cNvPr id="0" name=""/>
        <dsp:cNvSpPr/>
      </dsp:nvSpPr>
      <dsp:spPr>
        <a:xfrm>
          <a:off x="0" y="1874444"/>
          <a:ext cx="10018712" cy="62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Fast Insights Through Graphs :- Visuals make understanding complex data quick and simple.</a:t>
          </a:r>
          <a:endParaRPr lang="en-IN" sz="1700" kern="1200"/>
        </a:p>
      </dsp:txBody>
      <dsp:txXfrm>
        <a:off x="0" y="1874444"/>
        <a:ext cx="10018712" cy="624687"/>
      </dsp:txXfrm>
    </dsp:sp>
    <dsp:sp modelId="{4335B2CD-4779-443E-83D6-2E847A859C75}">
      <dsp:nvSpPr>
        <dsp:cNvPr id="0" name=""/>
        <dsp:cNvSpPr/>
      </dsp:nvSpPr>
      <dsp:spPr>
        <a:xfrm>
          <a:off x="0" y="2499131"/>
          <a:ext cx="100187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1E551D-D0FB-427C-8595-834264FADB76}">
      <dsp:nvSpPr>
        <dsp:cNvPr id="0" name=""/>
        <dsp:cNvSpPr/>
      </dsp:nvSpPr>
      <dsp:spPr>
        <a:xfrm>
          <a:off x="0" y="2499131"/>
          <a:ext cx="10018712" cy="62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Learning Outcome for Analysts :- Gain hands-on experience with Python, Pandas, Matplotlib, and real-world datasets.</a:t>
          </a:r>
          <a:endParaRPr lang="en-IN" sz="1700" kern="1200"/>
        </a:p>
      </dsp:txBody>
      <dsp:txXfrm>
        <a:off x="0" y="2499131"/>
        <a:ext cx="10018712" cy="6246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03D42-B6DC-4341-97AE-03A0AFF83B64}">
      <dsp:nvSpPr>
        <dsp:cNvPr id="0" name=""/>
        <dsp:cNvSpPr/>
      </dsp:nvSpPr>
      <dsp:spPr>
        <a:xfrm>
          <a:off x="742949" y="0"/>
          <a:ext cx="8420098" cy="3652007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A318D-4346-47D2-9C7A-A756993976F9}">
      <dsp:nvSpPr>
        <dsp:cNvPr id="0" name=""/>
        <dsp:cNvSpPr/>
      </dsp:nvSpPr>
      <dsp:spPr>
        <a:xfrm>
          <a:off x="4957" y="1095602"/>
          <a:ext cx="2384598" cy="146080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Handled Null Values: </a:t>
          </a:r>
          <a:r>
            <a:rPr lang="en-IN" sz="1700" kern="1200" dirty="0"/>
            <a:t>Missing values were filled using mean/median or removed if not useful.</a:t>
          </a:r>
        </a:p>
      </dsp:txBody>
      <dsp:txXfrm>
        <a:off x="76267" y="1166912"/>
        <a:ext cx="2241978" cy="1318182"/>
      </dsp:txXfrm>
    </dsp:sp>
    <dsp:sp modelId="{04B607A5-02B4-4C31-AF42-6B3D9951AE65}">
      <dsp:nvSpPr>
        <dsp:cNvPr id="0" name=""/>
        <dsp:cNvSpPr/>
      </dsp:nvSpPr>
      <dsp:spPr>
        <a:xfrm>
          <a:off x="2508785" y="1095602"/>
          <a:ext cx="2384598" cy="146080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Data Type Conversion: </a:t>
          </a:r>
          <a:r>
            <a:rPr lang="en-IN" sz="1700" kern="1200" dirty="0"/>
            <a:t>Converted string-based numbers (e.g., "6GB") into proper numeric types.</a:t>
          </a:r>
        </a:p>
      </dsp:txBody>
      <dsp:txXfrm>
        <a:off x="2580095" y="1166912"/>
        <a:ext cx="2241978" cy="1318182"/>
      </dsp:txXfrm>
    </dsp:sp>
    <dsp:sp modelId="{A1028D87-3A35-4440-BF19-13A31B4F46DB}">
      <dsp:nvSpPr>
        <dsp:cNvPr id="0" name=""/>
        <dsp:cNvSpPr/>
      </dsp:nvSpPr>
      <dsp:spPr>
        <a:xfrm>
          <a:off x="5012613" y="1095602"/>
          <a:ext cx="2384598" cy="146080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Removed Duplicates: </a:t>
          </a:r>
          <a:r>
            <a:rPr lang="en-IN" sz="1700" kern="1200" dirty="0"/>
            <a:t>Deleted duplicate rows to avoid repetition in analysis.</a:t>
          </a:r>
        </a:p>
      </dsp:txBody>
      <dsp:txXfrm>
        <a:off x="5083923" y="1166912"/>
        <a:ext cx="2241978" cy="1318182"/>
      </dsp:txXfrm>
    </dsp:sp>
    <dsp:sp modelId="{12608B0C-F4A8-4E03-BF85-F5AB9DEF6F54}">
      <dsp:nvSpPr>
        <dsp:cNvPr id="0" name=""/>
        <dsp:cNvSpPr/>
      </dsp:nvSpPr>
      <dsp:spPr>
        <a:xfrm>
          <a:off x="7516442" y="1095602"/>
          <a:ext cx="2384598" cy="146080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Reindexing &amp; Renaming: </a:t>
          </a:r>
          <a:r>
            <a:rPr lang="en-IN" sz="1700" kern="1200" dirty="0"/>
            <a:t>Reindexed rows and renamed columns for better readability.</a:t>
          </a:r>
        </a:p>
      </dsp:txBody>
      <dsp:txXfrm>
        <a:off x="7587752" y="1166912"/>
        <a:ext cx="2241978" cy="13181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AA01B2-F597-45E1-8796-F52144A5F8A4}">
      <dsp:nvSpPr>
        <dsp:cNvPr id="0" name=""/>
        <dsp:cNvSpPr/>
      </dsp:nvSpPr>
      <dsp:spPr>
        <a:xfrm>
          <a:off x="0" y="932615"/>
          <a:ext cx="7165915" cy="7956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Add More Features :- </a:t>
          </a:r>
          <a:r>
            <a:rPr lang="en-IN" sz="2000" kern="1200" dirty="0"/>
            <a:t>Include parameters like 5G support, refresh rate, OS version, waterproof ratings</a:t>
          </a:r>
        </a:p>
      </dsp:txBody>
      <dsp:txXfrm>
        <a:off x="38838" y="971453"/>
        <a:ext cx="7088239" cy="717924"/>
      </dsp:txXfrm>
    </dsp:sp>
    <dsp:sp modelId="{7B739BD6-3C55-423A-A943-67E31D5FC3C0}">
      <dsp:nvSpPr>
        <dsp:cNvPr id="0" name=""/>
        <dsp:cNvSpPr/>
      </dsp:nvSpPr>
      <dsp:spPr>
        <a:xfrm>
          <a:off x="0" y="1785815"/>
          <a:ext cx="7165915" cy="7956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000"/>
                <a:tint val="60000"/>
                <a:lumMod val="104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00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Price Prediction Model :- </a:t>
          </a:r>
          <a:r>
            <a:rPr lang="en-IN" sz="2000" kern="1200" dirty="0"/>
            <a:t>Use Machine Learning (e.g., Linear Regression, Decision Tree) to predict mobile prices based on specs</a:t>
          </a:r>
        </a:p>
      </dsp:txBody>
      <dsp:txXfrm>
        <a:off x="38838" y="1824653"/>
        <a:ext cx="7088239" cy="717924"/>
      </dsp:txXfrm>
    </dsp:sp>
    <dsp:sp modelId="{AEA514DB-1F2D-4D20-94C8-BF39DB65EE4D}">
      <dsp:nvSpPr>
        <dsp:cNvPr id="0" name=""/>
        <dsp:cNvSpPr/>
      </dsp:nvSpPr>
      <dsp:spPr>
        <a:xfrm>
          <a:off x="0" y="2639015"/>
          <a:ext cx="7165915" cy="7956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tint val="60000"/>
                <a:lumMod val="104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Dynamic Dashboard :- </a:t>
          </a:r>
          <a:r>
            <a:rPr lang="en-IN" sz="2000" kern="1200" dirty="0"/>
            <a:t>Create a real-time interactive dashboard using Power BI or Tableau</a:t>
          </a:r>
        </a:p>
      </dsp:txBody>
      <dsp:txXfrm>
        <a:off x="38838" y="2677853"/>
        <a:ext cx="7088239" cy="717924"/>
      </dsp:txXfrm>
    </dsp:sp>
    <dsp:sp modelId="{F9FF750C-13C9-4978-8F59-D723D32DF0D9}">
      <dsp:nvSpPr>
        <dsp:cNvPr id="0" name=""/>
        <dsp:cNvSpPr/>
      </dsp:nvSpPr>
      <dsp:spPr>
        <a:xfrm>
          <a:off x="0" y="3492215"/>
          <a:ext cx="7165915" cy="7956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000"/>
                <a:tint val="60000"/>
                <a:lumMod val="104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00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Platform Development :- </a:t>
          </a:r>
          <a:r>
            <a:rPr lang="en-IN" sz="2000" kern="1200" dirty="0"/>
            <a:t>Convert this analysis into a user platform with vendor and admin roles</a:t>
          </a:r>
        </a:p>
      </dsp:txBody>
      <dsp:txXfrm>
        <a:off x="38838" y="3531053"/>
        <a:ext cx="7088239" cy="717924"/>
      </dsp:txXfrm>
    </dsp:sp>
    <dsp:sp modelId="{D65C86DF-BC9A-4556-AA98-AA84237238E2}">
      <dsp:nvSpPr>
        <dsp:cNvPr id="0" name=""/>
        <dsp:cNvSpPr/>
      </dsp:nvSpPr>
      <dsp:spPr>
        <a:xfrm>
          <a:off x="0" y="4345415"/>
          <a:ext cx="7165915" cy="7956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tint val="60000"/>
                <a:lumMod val="104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Global Comparison :- </a:t>
          </a:r>
          <a:r>
            <a:rPr lang="en-IN" sz="2000" kern="1200" dirty="0"/>
            <a:t>Expand dataset with international pricing and currency normalization</a:t>
          </a:r>
        </a:p>
      </dsp:txBody>
      <dsp:txXfrm>
        <a:off x="38838" y="4384253"/>
        <a:ext cx="7088239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85E61-B469-4C4B-AE88-2AF4159EDE98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2A574-3DAE-4378-9F7A-AADB119CC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048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2A574-3DAE-4378-9F7A-AADB119CCEB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216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2603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84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7829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887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38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59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9150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69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530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9824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643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30093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60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37616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4480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16758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74212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60EA64-D806-43AC-9DF2-F8C432F32B4C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3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2" r:id="rId6"/>
    <p:sldLayoutId id="2147484273" r:id="rId7"/>
    <p:sldLayoutId id="2147484274" r:id="rId8"/>
    <p:sldLayoutId id="2147484275" r:id="rId9"/>
    <p:sldLayoutId id="2147484276" r:id="rId10"/>
    <p:sldLayoutId id="2147484277" r:id="rId11"/>
    <p:sldLayoutId id="2147484278" r:id="rId12"/>
    <p:sldLayoutId id="2147484279" r:id="rId13"/>
    <p:sldLayoutId id="2147484280" r:id="rId14"/>
    <p:sldLayoutId id="2147484281" r:id="rId15"/>
    <p:sldLayoutId id="2147484282" r:id="rId16"/>
    <p:sldLayoutId id="2147484283" r:id="rId17"/>
    <p:sldLayoutId id="2147484284" r:id="rId18"/>
  </p:sldLayoutIdLst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2BF1-83A1-907C-7A3F-F64E76AA4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567" y="1149064"/>
            <a:ext cx="9448800" cy="1825096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SMARTPHONE SPECIFICATION TREND ANALYSIS USING PYTHON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6797A-CC05-8E93-B99A-D206FA3EC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503833"/>
            <a:ext cx="10993546" cy="3922134"/>
          </a:xfrm>
        </p:spPr>
        <p:txBody>
          <a:bodyPr>
            <a:normAutofit/>
          </a:bodyPr>
          <a:lstStyle/>
          <a:p>
            <a:pPr algn="r"/>
            <a:endParaRPr lang="en-US" sz="1400"/>
          </a:p>
          <a:p>
            <a:pPr algn="r"/>
            <a:endParaRPr lang="en-US" sz="1400"/>
          </a:p>
          <a:p>
            <a:pPr algn="r"/>
            <a:endParaRPr lang="en-US" sz="1400"/>
          </a:p>
          <a:p>
            <a:pPr algn="r"/>
            <a:endParaRPr lang="en-US" sz="1400"/>
          </a:p>
          <a:p>
            <a:pPr algn="r"/>
            <a:endParaRPr lang="en-US" sz="1400"/>
          </a:p>
          <a:p>
            <a:pPr algn="ctr"/>
            <a:r>
              <a:rPr lang="en-US" sz="1800"/>
              <a:t>SUBMITTER BY :- SEJAL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8877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75B905E-298B-F727-9C3C-2ED52538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3705" y="2542912"/>
            <a:ext cx="3265035" cy="1772174"/>
          </a:xfrm>
        </p:spPr>
        <p:txBody>
          <a:bodyPr/>
          <a:lstStyle/>
          <a:p>
            <a:r>
              <a:rPr lang="en-US" b="1" dirty="0"/>
              <a:t>CONTENTS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813A7-F508-820E-F9CF-E858AD4EB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478173"/>
            <a:ext cx="5310773" cy="584712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Company Profile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Drawback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Objective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Module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Advantage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Tool &amp; Technologies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Flowchart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Dataset Overview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DFD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Data Cleaning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Visualization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Future &amp; Scope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Conclusion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516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D94313-C7EB-4BD8-9D74-2DE5D049A88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122" y="2796672"/>
            <a:ext cx="4425696" cy="148276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26C78144-90AC-DBC1-7818-311A3C272315}"/>
              </a:ext>
            </a:extLst>
          </p:cNvPr>
          <p:cNvSpPr/>
          <p:nvPr/>
        </p:nvSpPr>
        <p:spPr>
          <a:xfrm>
            <a:off x="1845578" y="545285"/>
            <a:ext cx="4118994" cy="1316736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COMPANY PROFILE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C9F58A5-BFAC-DE28-05EF-173D4BD06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51670"/>
            <a:ext cx="5407024" cy="6266576"/>
          </a:xfrm>
        </p:spPr>
        <p:txBody>
          <a:bodyPr>
            <a:noAutofit/>
          </a:bodyPr>
          <a:lstStyle/>
          <a:p>
            <a:pPr marL="717908" marR="0" lvl="1" indent="-358954" rtl="0">
              <a:lnSpc>
                <a:spcPct val="1499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Certification: ISO 9001:2015 Certified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Specializations: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- Web Development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- Mobile Application Development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- Custom Software Development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- UI/UX Design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- Hosting Services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- Digital Marketing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Services: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- Advanced IT solutions supporting the entire business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- Consulting to system development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Headquarters: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Jalandhar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Branch Office: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Hoshiarpur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41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CE6F9716-1AD4-BC43-83F2-531F9863DE63}"/>
              </a:ext>
            </a:extLst>
          </p:cNvPr>
          <p:cNvSpPr/>
          <p:nvPr/>
        </p:nvSpPr>
        <p:spPr>
          <a:xfrm>
            <a:off x="1845578" y="545285"/>
            <a:ext cx="4118994" cy="1316736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COMPANY PROFILE</a:t>
            </a:r>
            <a:endParaRPr lang="en-IN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AC5D0-5803-5CC0-59F8-C7E691A7B15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876" y="2771505"/>
            <a:ext cx="4425696" cy="14827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CE54867-14BA-778D-5670-5AC16D67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9857" y="685800"/>
            <a:ext cx="4993167" cy="5186494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Company Name: O7 Solutions IT Company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Founded: 2017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Certification: ISO 9001:2015 Certified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Specializations: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Mobile Development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Web Development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Software Development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Digital Marketing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IT Integration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Experience: Over 7 years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34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B05F-F963-1CCF-9265-F1AA5189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Drawbacks of Existing System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B03C5C5-A490-5EDE-40B7-5B55BAF27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211615"/>
              </p:ext>
            </p:extLst>
          </p:nvPr>
        </p:nvGraphicFramePr>
        <p:xfrm>
          <a:off x="1484313" y="2114026"/>
          <a:ext cx="10018712" cy="4152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3197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CBB7-3B11-788B-8420-305FDDAC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518BC9-413A-FBA3-0EC7-A428BBEE347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23499" y="2438399"/>
            <a:ext cx="721864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Analyzes how smartphone features affect pricing</a:t>
            </a:r>
            <a:endParaRPr lang="en-US" alt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Key attributes: RAM, Storage, Battery, Camera, Display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Used Python libraries: Pandas, NumPy, Matplotlib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Helps consumers and businesses understand price-driving factors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Identifies trends and correlations in pricing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Helps consumers choose better-value smartphones</a:t>
            </a:r>
            <a:endParaRPr kumimoji="0" lang="en-US" altLang="en-US" sz="1800" i="0" u="none" strike="noStrike" normalizeH="0" baseline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250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970A6-0131-2F75-DDD2-36D0662E7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 / Solution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B8E73F44-1C72-6799-A327-B68BC011C5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1646523"/>
              </p:ext>
            </p:extLst>
          </p:nvPr>
        </p:nvGraphicFramePr>
        <p:xfrm>
          <a:off x="1409349" y="2272975"/>
          <a:ext cx="10167457" cy="4295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219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2E5C-6E6C-5E72-7E9E-75A2164D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</a:t>
            </a:r>
            <a:endParaRPr lang="en-IN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3EFBF83-A645-9565-FC5F-99E036FE4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2744376"/>
              </p:ext>
            </p:extLst>
          </p:nvPr>
        </p:nvGraphicFramePr>
        <p:xfrm>
          <a:off x="1484310" y="2214694"/>
          <a:ext cx="10605211" cy="3991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4851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EF048-F19A-136B-3BAC-A6572759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Project</a:t>
            </a:r>
            <a:endParaRPr lang="en-IN" b="1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EF70596-1D48-3E36-B57D-359EC11950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912358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990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CE8D2-3C9D-B2F4-1B47-873BA3918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355" y="600664"/>
            <a:ext cx="10018713" cy="1752599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b="1" dirty="0"/>
              <a:t>Tools &amp; Technologies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B292C4D8-24B6-0CEF-7FAA-1A33B623E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878159"/>
              </p:ext>
            </p:extLst>
          </p:nvPr>
        </p:nvGraphicFramePr>
        <p:xfrm>
          <a:off x="1029932" y="2050026"/>
          <a:ext cx="10132136" cy="4030942"/>
        </p:xfrm>
        <a:graphic>
          <a:graphicData uri="http://schemas.openxmlformats.org/drawingml/2006/table">
            <a:tbl>
              <a:tblPr/>
              <a:tblGrid>
                <a:gridCol w="3391066">
                  <a:extLst>
                    <a:ext uri="{9D8B030D-6E8A-4147-A177-3AD203B41FA5}">
                      <a16:colId xmlns:a16="http://schemas.microsoft.com/office/drawing/2014/main" val="62128065"/>
                    </a:ext>
                  </a:extLst>
                </a:gridCol>
                <a:gridCol w="6741070">
                  <a:extLst>
                    <a:ext uri="{9D8B030D-6E8A-4147-A177-3AD203B41FA5}">
                      <a16:colId xmlns:a16="http://schemas.microsoft.com/office/drawing/2014/main" val="751759117"/>
                    </a:ext>
                  </a:extLst>
                </a:gridCol>
              </a:tblGrid>
              <a:tr h="3424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01985"/>
                  </a:ext>
                </a:extLst>
              </a:tr>
              <a:tr h="5993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003386"/>
                  </a:ext>
                </a:extLst>
              </a:tr>
              <a:tr h="5993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50457"/>
                  </a:ext>
                </a:extLst>
              </a:tr>
              <a:tr h="3424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682634"/>
                  </a:ext>
                </a:extLst>
              </a:tr>
              <a:tr h="3424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392259"/>
                  </a:ext>
                </a:extLst>
              </a:tr>
              <a:tr h="5993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131626"/>
                  </a:ext>
                </a:extLst>
              </a:tr>
              <a:tr h="5993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196205"/>
                  </a:ext>
                </a:extLst>
              </a:tr>
              <a:tr h="5993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624" marR="85624" marT="42812" marB="42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81613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AB0D774-036B-7A25-D9BB-79D687C01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508717"/>
              </p:ext>
            </p:extLst>
          </p:nvPr>
        </p:nvGraphicFramePr>
        <p:xfrm>
          <a:off x="1300294" y="2262032"/>
          <a:ext cx="9636975" cy="3995304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1861294">
                  <a:extLst>
                    <a:ext uri="{9D8B030D-6E8A-4147-A177-3AD203B41FA5}">
                      <a16:colId xmlns:a16="http://schemas.microsoft.com/office/drawing/2014/main" val="173149685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3148075942"/>
                    </a:ext>
                  </a:extLst>
                </a:gridCol>
                <a:gridCol w="5398241">
                  <a:extLst>
                    <a:ext uri="{9D8B030D-6E8A-4147-A177-3AD203B41FA5}">
                      <a16:colId xmlns:a16="http://schemas.microsoft.com/office/drawing/2014/main" val="436171978"/>
                    </a:ext>
                  </a:extLst>
                </a:gridCol>
              </a:tblGrid>
              <a:tr h="297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 Layer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Technology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Purpose</a:t>
                      </a:r>
                    </a:p>
                  </a:txBody>
                  <a:tcPr marL="75930" marR="75930" marT="37965" marB="37965" anchor="ctr"/>
                </a:tc>
                <a:extLst>
                  <a:ext uri="{0D108BD9-81ED-4DB2-BD59-A6C34878D82A}">
                    <a16:rowId xmlns:a16="http://schemas.microsoft.com/office/drawing/2014/main" val="3291626007"/>
                  </a:ext>
                </a:extLst>
              </a:tr>
              <a:tr h="520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Data Analysis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Python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Core language for analysis, scripting, and automation</a:t>
                      </a:r>
                    </a:p>
                  </a:txBody>
                  <a:tcPr marL="75930" marR="75930" marT="37965" marB="37965" anchor="ctr"/>
                </a:tc>
                <a:extLst>
                  <a:ext uri="{0D108BD9-81ED-4DB2-BD59-A6C34878D82A}">
                    <a16:rowId xmlns:a16="http://schemas.microsoft.com/office/drawing/2014/main" val="2341940572"/>
                  </a:ext>
                </a:extLst>
              </a:tr>
              <a:tr h="520722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Libraries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Pandas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Data manipulation, filtering, cleaning</a:t>
                      </a:r>
                    </a:p>
                  </a:txBody>
                  <a:tcPr marL="75930" marR="75930" marT="37965" marB="37965" anchor="ctr"/>
                </a:tc>
                <a:extLst>
                  <a:ext uri="{0D108BD9-81ED-4DB2-BD59-A6C34878D82A}">
                    <a16:rowId xmlns:a16="http://schemas.microsoft.com/office/drawing/2014/main" val="1448724654"/>
                  </a:ext>
                </a:extLst>
              </a:tr>
              <a:tr h="52072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NumPy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Numerical operations, array handling</a:t>
                      </a:r>
                    </a:p>
                  </a:txBody>
                  <a:tcPr marL="75930" marR="75930" marT="37965" marB="37965" anchor="ctr"/>
                </a:tc>
                <a:extLst>
                  <a:ext uri="{0D108BD9-81ED-4DB2-BD59-A6C34878D82A}">
                    <a16:rowId xmlns:a16="http://schemas.microsoft.com/office/drawing/2014/main" val="3168317683"/>
                  </a:ext>
                </a:extLst>
              </a:tr>
              <a:tr h="52072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Matplotlib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Visualization using bar, line, scatter plots</a:t>
                      </a:r>
                    </a:p>
                  </a:txBody>
                  <a:tcPr marL="75930" marR="75930" marT="37965" marB="37965" anchor="ctr"/>
                </a:tc>
                <a:extLst>
                  <a:ext uri="{0D108BD9-81ED-4DB2-BD59-A6C34878D82A}">
                    <a16:rowId xmlns:a16="http://schemas.microsoft.com/office/drawing/2014/main" val="1699856866"/>
                  </a:ext>
                </a:extLst>
              </a:tr>
              <a:tr h="52072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Seaborn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Advanced statistical graphs and plots</a:t>
                      </a:r>
                    </a:p>
                  </a:txBody>
                  <a:tcPr marL="75930" marR="75930" marT="37965" marB="37965" anchor="ctr"/>
                </a:tc>
                <a:extLst>
                  <a:ext uri="{0D108BD9-81ED-4DB2-BD59-A6C34878D82A}">
                    <a16:rowId xmlns:a16="http://schemas.microsoft.com/office/drawing/2014/main" val="3185666896"/>
                  </a:ext>
                </a:extLst>
              </a:tr>
              <a:tr h="520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Environment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Jupyter Notebook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Interactive coding and analysis</a:t>
                      </a:r>
                    </a:p>
                  </a:txBody>
                  <a:tcPr marL="75930" marR="75930" marT="37965" marB="37965" anchor="ctr"/>
                </a:tc>
                <a:extLst>
                  <a:ext uri="{0D108BD9-81ED-4DB2-BD59-A6C34878D82A}">
                    <a16:rowId xmlns:a16="http://schemas.microsoft.com/office/drawing/2014/main" val="978033424"/>
                  </a:ext>
                </a:extLst>
              </a:tr>
              <a:tr h="520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 Dataset Source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Kaggle</a:t>
                      </a:r>
                    </a:p>
                  </a:txBody>
                  <a:tcPr marL="75930" marR="75930" marT="37965" marB="37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Public dataset for mobile specs and prices</a:t>
                      </a:r>
                    </a:p>
                  </a:txBody>
                  <a:tcPr marL="75930" marR="75930" marT="37965" marB="37965" anchor="ctr"/>
                </a:tc>
                <a:extLst>
                  <a:ext uri="{0D108BD9-81ED-4DB2-BD59-A6C34878D82A}">
                    <a16:rowId xmlns:a16="http://schemas.microsoft.com/office/drawing/2014/main" val="3997647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07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DBF9-59F5-2AB8-7CAB-185A98DE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095" y="534798"/>
            <a:ext cx="3657602" cy="1752599"/>
          </a:xfrm>
        </p:spPr>
        <p:txBody>
          <a:bodyPr/>
          <a:lstStyle/>
          <a:p>
            <a:r>
              <a:rPr lang="en-US" b="1" dirty="0"/>
              <a:t>FLOWCHART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EAFA09-CA5D-CB72-8EA9-A7B9E83D896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050088" y="671513"/>
            <a:ext cx="5141912" cy="558641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328B7F-586A-6BCD-ABF9-0DF7E8353FD5}"/>
              </a:ext>
            </a:extLst>
          </p:cNvPr>
          <p:cNvSpPr txBox="1"/>
          <p:nvPr/>
        </p:nvSpPr>
        <p:spPr>
          <a:xfrm>
            <a:off x="963336" y="2550705"/>
            <a:ext cx="5739468" cy="219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 algn="just" defTabSz="914400">
              <a:lnSpc>
                <a:spcPct val="15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flowchart is a picture of boxes that indicates the process flow sequentially.</a:t>
            </a:r>
          </a:p>
          <a:p>
            <a:pPr marL="342900" indent="-228600" algn="just" defTabSz="914400">
              <a:lnSpc>
                <a:spcPct val="15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is a pictorial way of representing steps that are preferred by most beginner-level programmers to understand algorithms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93686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B4225-4472-CDDB-D621-2C0B680F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A5FD5-2B4A-B502-B901-9B04F252C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55304"/>
            <a:ext cx="10018713" cy="399595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b="1" dirty="0"/>
              <a:t>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Source of Dataset</a:t>
            </a:r>
          </a:p>
          <a:p>
            <a:pPr marL="0" indent="0">
              <a:buNone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        Platform :- Kaggle</a:t>
            </a:r>
          </a:p>
          <a:p>
            <a:pPr marL="0" indent="0">
              <a:buNone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        Dataset Name :- Mobile Phones Specifications and Prices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 Covers</a:t>
            </a:r>
          </a:p>
          <a:p>
            <a:pPr marL="0" indent="0">
              <a:buNone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         Global smartphone specifications</a:t>
            </a:r>
          </a:p>
          <a:p>
            <a:pPr marL="0" indent="0">
              <a:buNone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         Launch prices across countries</a:t>
            </a:r>
          </a:p>
          <a:p>
            <a:pPr marL="0" indent="0">
              <a:buNone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         Technical hardware details</a:t>
            </a:r>
          </a:p>
          <a:p>
            <a:pPr marL="0" indent="0">
              <a:buNone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         Key features like camera, display, battery, storage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  Purpose of Dataset</a:t>
            </a:r>
          </a:p>
          <a:p>
            <a:pPr marL="0" indent="0">
              <a:buNone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         Price comparison &amp; market trend analysis</a:t>
            </a:r>
          </a:p>
          <a:p>
            <a:pPr marL="0" indent="0">
              <a:buNone/>
            </a:pP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         Data analysis and machine learning use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81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F9EA9-9AA7-5904-84EC-BBB19612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6400"/>
            <a:ext cx="10820400" cy="1239818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>
                <a:solidFill>
                  <a:schemeClr val="accent2">
                    <a:lumMod val="50000"/>
                  </a:schemeClr>
                </a:solidFill>
              </a:rPr>
              <a:t>                                  </a:t>
            </a:r>
            <a:r>
              <a:rPr lang="en-IN" sz="3600" b="1" dirty="0"/>
              <a:t>Data Flow Diagram (DFD)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DC31F-304F-9507-DB18-8FA494FC7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1879135"/>
            <a:ext cx="5152938" cy="433954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1800" dirty="0"/>
              <a:t>Here is the meaning of each DFD (Data Flow Diagram) symbol explained In points:</a:t>
            </a:r>
            <a:endParaRPr lang="en-IN" sz="1800" dirty="0"/>
          </a:p>
          <a:p>
            <a:r>
              <a:rPr lang="en-IN" sz="1800" dirty="0"/>
              <a:t> External Entity – Outside user or system (e.g., User giving input)</a:t>
            </a:r>
          </a:p>
          <a:p>
            <a:r>
              <a:rPr lang="en-IN" sz="1800" dirty="0"/>
              <a:t>Process – Action performed by the system (e.g., Mobile Price Analysis)</a:t>
            </a:r>
          </a:p>
          <a:p>
            <a:r>
              <a:rPr lang="en-IN" sz="1800" dirty="0"/>
              <a:t>Data Store – Saves data like databases (e.g., Smartphone Specs)</a:t>
            </a:r>
          </a:p>
          <a:p>
            <a:r>
              <a:rPr lang="en-IN" sz="1800" dirty="0"/>
              <a:t>Data Flow – Shows how data moves between parts (e.g., User Process)</a:t>
            </a:r>
          </a:p>
          <a:p>
            <a:endParaRPr lang="en-IN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7AD9B3B-674B-C3AB-28C0-C7E5E82A67D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283" r="8264"/>
          <a:stretch>
            <a:fillRect/>
          </a:stretch>
        </p:blipFill>
        <p:spPr>
          <a:xfrm>
            <a:off x="6096000" y="1879600"/>
            <a:ext cx="5410200" cy="4572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6221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0">
        <p:wipe/>
      </p:transition>
    </mc:Choice>
    <mc:Fallback xmlns="">
      <p:transition advClick="0" advTm="0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F438-3E5B-587B-A4CB-850DF63A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AB57528-79DB-06B0-3E80-A197DA984A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971980"/>
              </p:ext>
            </p:extLst>
          </p:nvPr>
        </p:nvGraphicFramePr>
        <p:xfrm>
          <a:off x="1141413" y="2139193"/>
          <a:ext cx="9905998" cy="3652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212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 showing the market&#10;&#10;AI-generated content may be incorrect.">
            <a:extLst>
              <a:ext uri="{FF2B5EF4-FFF2-40B4-BE49-F238E27FC236}">
                <a16:creationId xmlns:a16="http://schemas.microsoft.com/office/drawing/2014/main" id="{6DC49EDA-941A-803F-7657-AA32E8AA8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999" y="321734"/>
            <a:ext cx="2905170" cy="2905170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66BFF1-E607-7689-3312-2641D1FCA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04" y="3631096"/>
            <a:ext cx="4739158" cy="276056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a number of phones shipped in india&#10;&#10;AI-generated content may be incorrect.">
            <a:extLst>
              <a:ext uri="{FF2B5EF4-FFF2-40B4-BE49-F238E27FC236}">
                <a16:creationId xmlns:a16="http://schemas.microsoft.com/office/drawing/2014/main" id="{E17D68B4-5F3C-D748-8104-45CC439B9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643313"/>
            <a:ext cx="5426764" cy="542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2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A9F9-F18C-72D9-7D5C-E094BCB0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90" y="2296486"/>
            <a:ext cx="4002088" cy="1752599"/>
          </a:xfrm>
        </p:spPr>
        <p:txBody>
          <a:bodyPr>
            <a:normAutofit/>
          </a:bodyPr>
          <a:lstStyle/>
          <a:p>
            <a:r>
              <a:rPr lang="en-IN" sz="3200" b="1" dirty="0"/>
              <a:t>Future Scope</a:t>
            </a:r>
            <a:br>
              <a:rPr lang="en-IN" sz="3200" b="1" dirty="0"/>
            </a:br>
            <a:r>
              <a:rPr lang="en-IN" sz="3200" b="1" dirty="0"/>
              <a:t> and</a:t>
            </a:r>
            <a:br>
              <a:rPr lang="en-IN" sz="3200" b="1" dirty="0"/>
            </a:br>
            <a:r>
              <a:rPr lang="en-IN" sz="3200" b="1" dirty="0"/>
              <a:t>Enhancements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36F8CA3-BAF0-B56C-BC3E-1E6EA14FDD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627644"/>
              </p:ext>
            </p:extLst>
          </p:nvPr>
        </p:nvGraphicFramePr>
        <p:xfrm>
          <a:off x="4890781" y="461394"/>
          <a:ext cx="7165915" cy="6073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35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CB48-5747-8F71-9B5D-934D40FD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B0E5D-224B-3E03-5C0D-5A4933B90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1800" dirty="0"/>
              <a:t>Features like RAM, Storage, Battery Capacity, Camera Quality, and Display Size significantly impact the launch price of smartphones.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Brand reputation plays a crucial role—premium brands generally have higher price ranges despite similar hardware.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Through data preprocessing, we ensured the dataset was clean, structured, and ready for meaningful analysis.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Visualizations (like bar charts, correlation heatmaps, and distribution plots) made it easy to interpret complex patterns.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Identified budget vs premium segment trends, which can help both users and sellers understand the market better.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54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D0A3-BACE-0FA4-5D63-2EA1D0B6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220" y="2897973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THANK YOU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267729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13D3CC-2519-4CAF-81AF-09F343DE2559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871</TotalTime>
  <Words>1004</Words>
  <Application>Microsoft Office PowerPoint</Application>
  <PresentationFormat>Widescreen</PresentationFormat>
  <Paragraphs>125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Corbel</vt:lpstr>
      <vt:lpstr>Wingdings</vt:lpstr>
      <vt:lpstr>Parallax</vt:lpstr>
      <vt:lpstr>SMARTPHONE SPECIFICATION TREND ANALYSIS USING PYTHON</vt:lpstr>
      <vt:lpstr>CONTENTS</vt:lpstr>
      <vt:lpstr>Certification: ISO 9001:2015 Certified Specializations: - Web Development - Mobile Application Development - Custom Software Development - UI/UX Design - Hosting Services - Digital Marketing Services: - Advanced IT solutions supporting the entire business - Consulting to system development Headquarters: Jalandhar Branch Office: Hoshiarpur</vt:lpstr>
      <vt:lpstr>Company Name: O7 Solutions IT Company Founded: 2017 Certification: ISO 9001:2015 Certified Specializations: - Mobile Development - Web Development - Software Development - Digital Marketing - IT Integration Experience: Over 7 years</vt:lpstr>
      <vt:lpstr>Drawbacks of Existing System</vt:lpstr>
      <vt:lpstr>INTRODUCTION</vt:lpstr>
      <vt:lpstr>Objective / Solution</vt:lpstr>
      <vt:lpstr>MODULE</vt:lpstr>
      <vt:lpstr>Advantages of Project</vt:lpstr>
      <vt:lpstr> Tools &amp; Technologies </vt:lpstr>
      <vt:lpstr>FLOWCHART</vt:lpstr>
      <vt:lpstr>Dataset Overview</vt:lpstr>
      <vt:lpstr>                                  Data Flow Diagram (DFD)</vt:lpstr>
      <vt:lpstr>DATA CLEANING</vt:lpstr>
      <vt:lpstr>PowerPoint Presentation</vt:lpstr>
      <vt:lpstr>Future Scope  and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64</cp:revision>
  <dcterms:created xsi:type="dcterms:W3CDTF">2025-07-05T07:59:15Z</dcterms:created>
  <dcterms:modified xsi:type="dcterms:W3CDTF">2025-07-11T12:07:57Z</dcterms:modified>
</cp:coreProperties>
</file>